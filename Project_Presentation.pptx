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89" r:id="rId1"/>
  </p:sldMasterIdLst>
  <p:notesMasterIdLst>
    <p:notesMasterId r:id="rId14"/>
  </p:notesMasterIdLst>
  <p:sldIdLst>
    <p:sldId id="256" r:id="rId2"/>
    <p:sldId id="277" r:id="rId3"/>
    <p:sldId id="257" r:id="rId4"/>
    <p:sldId id="258" r:id="rId5"/>
    <p:sldId id="279" r:id="rId6"/>
    <p:sldId id="261" r:id="rId7"/>
    <p:sldId id="266" r:id="rId8"/>
    <p:sldId id="267" r:id="rId9"/>
    <p:sldId id="268" r:id="rId10"/>
    <p:sldId id="281" r:id="rId11"/>
    <p:sldId id="280" r:id="rId12"/>
    <p:sldId id="272" r:id="rId13"/>
  </p:sldIdLst>
  <p:sldSz cx="18288000" cy="10287000"/>
  <p:notesSz cx="18288000" cy="10287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125E5076-3810-47DD-B79F-674D7AD40C01}" styleName="深色样式 1 - 强调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52" d="100"/>
          <a:sy n="52" d="100"/>
        </p:scale>
        <p:origin x="850" y="96"/>
      </p:cViewPr>
      <p:guideLst>
        <p:guide orient="horz" pos="2880"/>
        <p:guide pos="216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7924800" cy="5143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10358438" y="0"/>
            <a:ext cx="7924800" cy="514350"/>
          </a:xfrm>
          <a:prstGeom prst="rect">
            <a:avLst/>
          </a:prstGeom>
        </p:spPr>
        <p:txBody>
          <a:bodyPr vert="horz" lIns="91440" tIns="45720" rIns="91440" bIns="45720" rtlCol="0"/>
          <a:lstStyle>
            <a:lvl1pPr algn="r">
              <a:defRPr sz="1200"/>
            </a:lvl1pPr>
          </a:lstStyle>
          <a:p>
            <a:fld id="{D1B01971-F749-4F36-BDA9-E55BD82C52EB}" type="datetimeFigureOut">
              <a:rPr lang="en-US" smtClean="0"/>
              <a:pPr/>
              <a:t>9/12/2025</a:t>
            </a:fld>
            <a:endParaRPr lang="en-US"/>
          </a:p>
        </p:txBody>
      </p:sp>
      <p:sp>
        <p:nvSpPr>
          <p:cNvPr id="4" name="Slide Image Placeholder 3"/>
          <p:cNvSpPr>
            <a:spLocks noGrp="1" noRot="1" noChangeAspect="1"/>
          </p:cNvSpPr>
          <p:nvPr>
            <p:ph type="sldImg" idx="2"/>
          </p:nvPr>
        </p:nvSpPr>
        <p:spPr>
          <a:xfrm>
            <a:off x="5715000" y="771525"/>
            <a:ext cx="6858000" cy="385762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828800" y="4886325"/>
            <a:ext cx="14630400" cy="462915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771063"/>
            <a:ext cx="7924800" cy="5143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10358438" y="9771063"/>
            <a:ext cx="7924800" cy="514350"/>
          </a:xfrm>
          <a:prstGeom prst="rect">
            <a:avLst/>
          </a:prstGeom>
        </p:spPr>
        <p:txBody>
          <a:bodyPr vert="horz" lIns="91440" tIns="45720" rIns="91440" bIns="45720" rtlCol="0" anchor="b"/>
          <a:lstStyle>
            <a:lvl1pPr algn="r">
              <a:defRPr sz="1200"/>
            </a:lvl1pPr>
          </a:lstStyle>
          <a:p>
            <a:fld id="{572C8836-2987-4403-9F59-4656DC96E7DD}" type="slidenum">
              <a:rPr lang="en-US" smtClean="0"/>
              <a:pPr/>
              <a:t>‹#›</a:t>
            </a:fld>
            <a:endParaRPr lang="en-US"/>
          </a:p>
        </p:txBody>
      </p:sp>
    </p:spTree>
    <p:extLst>
      <p:ext uri="{BB962C8B-B14F-4D97-AF65-F5344CB8AC3E}">
        <p14:creationId xmlns:p14="http://schemas.microsoft.com/office/powerpoint/2010/main" val="6804288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72C8836-2987-4403-9F59-4656DC96E7DD}" type="slidenum">
              <a:rPr lang="en-US" smtClean="0"/>
              <a:pPr/>
              <a:t>3</a:t>
            </a:fld>
            <a:endParaRPr lang="en-US"/>
          </a:p>
        </p:txBody>
      </p:sp>
    </p:spTree>
    <p:extLst>
      <p:ext uri="{BB962C8B-B14F-4D97-AF65-F5344CB8AC3E}">
        <p14:creationId xmlns:p14="http://schemas.microsoft.com/office/powerpoint/2010/main" val="136621824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572C8836-2987-4403-9F59-4656DC96E7DD}" type="slidenum">
              <a:rPr lang="en-US" smtClean="0"/>
              <a:pPr/>
              <a:t>5</a:t>
            </a:fld>
            <a:endParaRPr lang="en-US"/>
          </a:p>
        </p:txBody>
      </p:sp>
    </p:spTree>
    <p:extLst>
      <p:ext uri="{BB962C8B-B14F-4D97-AF65-F5344CB8AC3E}">
        <p14:creationId xmlns:p14="http://schemas.microsoft.com/office/powerpoint/2010/main" val="275924656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D620F9-127A-5A01-7A14-21FDFF22D255}"/>
              </a:ext>
            </a:extLst>
          </p:cNvPr>
          <p:cNvSpPr>
            <a:spLocks noGrp="1"/>
          </p:cNvSpPr>
          <p:nvPr>
            <p:ph type="ctrTitle"/>
          </p:nvPr>
        </p:nvSpPr>
        <p:spPr>
          <a:xfrm>
            <a:off x="2286000" y="1683545"/>
            <a:ext cx="13716000" cy="3581400"/>
          </a:xfrm>
        </p:spPr>
        <p:txBody>
          <a:bodyPr anchor="b"/>
          <a:lstStyle>
            <a:lvl1pPr algn="ctr">
              <a:defRPr sz="9000"/>
            </a:lvl1pPr>
          </a:lstStyle>
          <a:p>
            <a:r>
              <a:rPr lang="en-US"/>
              <a:t>Click to edit Master title style</a:t>
            </a:r>
            <a:endParaRPr lang="en-IN"/>
          </a:p>
        </p:txBody>
      </p:sp>
      <p:sp>
        <p:nvSpPr>
          <p:cNvPr id="3" name="Subtitle 2">
            <a:extLst>
              <a:ext uri="{FF2B5EF4-FFF2-40B4-BE49-F238E27FC236}">
                <a16:creationId xmlns:a16="http://schemas.microsoft.com/office/drawing/2014/main" id="{D3CC9E7E-E3AE-320E-959A-DCE7707A24EA}"/>
              </a:ext>
            </a:extLst>
          </p:cNvPr>
          <p:cNvSpPr>
            <a:spLocks noGrp="1"/>
          </p:cNvSpPr>
          <p:nvPr>
            <p:ph type="subTitle" idx="1"/>
          </p:nvPr>
        </p:nvSpPr>
        <p:spPr>
          <a:xfrm>
            <a:off x="2286000" y="5403057"/>
            <a:ext cx="13716000" cy="2483643"/>
          </a:xfrm>
        </p:spPr>
        <p:txBody>
          <a:bodyPr/>
          <a:lstStyle>
            <a:lvl1pPr marL="0" indent="0" algn="ctr">
              <a:buNone/>
              <a:defRPr sz="3600"/>
            </a:lvl1pPr>
            <a:lvl2pPr marL="685800" indent="0" algn="ctr">
              <a:buNone/>
              <a:defRPr sz="3000"/>
            </a:lvl2pPr>
            <a:lvl3pPr marL="1371600" indent="0" algn="ctr">
              <a:buNone/>
              <a:defRPr sz="2700"/>
            </a:lvl3pPr>
            <a:lvl4pPr marL="2057400" indent="0" algn="ctr">
              <a:buNone/>
              <a:defRPr sz="2400"/>
            </a:lvl4pPr>
            <a:lvl5pPr marL="2743200" indent="0" algn="ctr">
              <a:buNone/>
              <a:defRPr sz="2400"/>
            </a:lvl5pPr>
            <a:lvl6pPr marL="3429000" indent="0" algn="ctr">
              <a:buNone/>
              <a:defRPr sz="2400"/>
            </a:lvl6pPr>
            <a:lvl7pPr marL="4114800" indent="0" algn="ctr">
              <a:buNone/>
              <a:defRPr sz="2400"/>
            </a:lvl7pPr>
            <a:lvl8pPr marL="4800600" indent="0" algn="ctr">
              <a:buNone/>
              <a:defRPr sz="2400"/>
            </a:lvl8pPr>
            <a:lvl9pPr marL="5486400" indent="0" algn="ctr">
              <a:buNone/>
              <a:defRPr sz="24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3BBA2BC-CD5E-C20E-C429-7B1D00DF5FF0}"/>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27C83FD6-BA81-8C88-0FEC-2DC35DB4197A}"/>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BB04B7DA-8A65-D97E-BA10-31E8FC294F79}"/>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346473976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305D218-55E5-5808-EB72-5381ECCFC9F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DF751A26-2950-7C95-1D56-760E491A0EEA}"/>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F244E4B-3016-6A62-6BC7-EE29C7ABF60A}"/>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2AD2DB85-A04F-513D-33F9-D04E42ECE80B}"/>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5ED04BA2-8065-C589-93C5-F0E34A9927DB}"/>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313120975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84E496-2B33-D9D6-2380-E1954F9CDD21}"/>
              </a:ext>
            </a:extLst>
          </p:cNvPr>
          <p:cNvSpPr>
            <a:spLocks noGrp="1"/>
          </p:cNvSpPr>
          <p:nvPr>
            <p:ph type="title"/>
          </p:nvPr>
        </p:nvSpPr>
        <p:spPr>
          <a:xfrm>
            <a:off x="1247775" y="2564608"/>
            <a:ext cx="15773400" cy="4279106"/>
          </a:xfrm>
        </p:spPr>
        <p:txBody>
          <a:bodyPr anchor="b"/>
          <a:lstStyle>
            <a:lvl1pPr>
              <a:defRPr sz="9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DDCF22A2-00D3-B743-6C9D-91D925DCE5F0}"/>
              </a:ext>
            </a:extLst>
          </p:cNvPr>
          <p:cNvSpPr>
            <a:spLocks noGrp="1"/>
          </p:cNvSpPr>
          <p:nvPr>
            <p:ph type="body" idx="1"/>
          </p:nvPr>
        </p:nvSpPr>
        <p:spPr>
          <a:xfrm>
            <a:off x="1247775" y="6884195"/>
            <a:ext cx="15773400" cy="2250281"/>
          </a:xfrm>
        </p:spPr>
        <p:txBody>
          <a:bodyPr/>
          <a:lstStyle>
            <a:lvl1pPr marL="0" indent="0">
              <a:buNone/>
              <a:defRPr sz="3600">
                <a:solidFill>
                  <a:schemeClr val="tx1">
                    <a:tint val="75000"/>
                  </a:schemeClr>
                </a:solidFill>
              </a:defRPr>
            </a:lvl1pPr>
            <a:lvl2pPr marL="685800" indent="0">
              <a:buNone/>
              <a:defRPr sz="3000">
                <a:solidFill>
                  <a:schemeClr val="tx1">
                    <a:tint val="75000"/>
                  </a:schemeClr>
                </a:solidFill>
              </a:defRPr>
            </a:lvl2pPr>
            <a:lvl3pPr marL="1371600" indent="0">
              <a:buNone/>
              <a:defRPr sz="2700">
                <a:solidFill>
                  <a:schemeClr val="tx1">
                    <a:tint val="75000"/>
                  </a:schemeClr>
                </a:solidFill>
              </a:defRPr>
            </a:lvl3pPr>
            <a:lvl4pPr marL="2057400" indent="0">
              <a:buNone/>
              <a:defRPr sz="2400">
                <a:solidFill>
                  <a:schemeClr val="tx1">
                    <a:tint val="75000"/>
                  </a:schemeClr>
                </a:solidFill>
              </a:defRPr>
            </a:lvl4pPr>
            <a:lvl5pPr marL="2743200" indent="0">
              <a:buNone/>
              <a:defRPr sz="2400">
                <a:solidFill>
                  <a:schemeClr val="tx1">
                    <a:tint val="75000"/>
                  </a:schemeClr>
                </a:solidFill>
              </a:defRPr>
            </a:lvl5pPr>
            <a:lvl6pPr marL="3429000" indent="0">
              <a:buNone/>
              <a:defRPr sz="2400">
                <a:solidFill>
                  <a:schemeClr val="tx1">
                    <a:tint val="75000"/>
                  </a:schemeClr>
                </a:solidFill>
              </a:defRPr>
            </a:lvl6pPr>
            <a:lvl7pPr marL="4114800" indent="0">
              <a:buNone/>
              <a:defRPr sz="2400">
                <a:solidFill>
                  <a:schemeClr val="tx1">
                    <a:tint val="75000"/>
                  </a:schemeClr>
                </a:solidFill>
              </a:defRPr>
            </a:lvl7pPr>
            <a:lvl8pPr marL="4800600" indent="0">
              <a:buNone/>
              <a:defRPr sz="2400">
                <a:solidFill>
                  <a:schemeClr val="tx1">
                    <a:tint val="75000"/>
                  </a:schemeClr>
                </a:solidFill>
              </a:defRPr>
            </a:lvl8pPr>
            <a:lvl9pPr marL="5486400" indent="0">
              <a:buNone/>
              <a:defRPr sz="2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7D46299B-6F8B-F02C-8A91-A3AB0A4E0D93}"/>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99B480AA-B8FC-F2AC-5629-BAD7BB4C7929}"/>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EF2381FD-9E69-4F12-ECEA-CD301A700358}"/>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269954996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FA5A1-D468-860B-A5BE-9C1832CBECB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669B79F-85D6-FE27-DA97-F9C259870235}"/>
              </a:ext>
            </a:extLst>
          </p:cNvPr>
          <p:cNvSpPr>
            <a:spLocks noGrp="1"/>
          </p:cNvSpPr>
          <p:nvPr>
            <p:ph sz="half" idx="1"/>
          </p:nvPr>
        </p:nvSpPr>
        <p:spPr>
          <a:xfrm>
            <a:off x="1257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A05044D2-DF6B-73B4-5FFF-26CF91957701}"/>
              </a:ext>
            </a:extLst>
          </p:cNvPr>
          <p:cNvSpPr>
            <a:spLocks noGrp="1"/>
          </p:cNvSpPr>
          <p:nvPr>
            <p:ph sz="half" idx="2"/>
          </p:nvPr>
        </p:nvSpPr>
        <p:spPr>
          <a:xfrm>
            <a:off x="9258300" y="2738438"/>
            <a:ext cx="7772400" cy="652700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E3B930E7-0D6E-16F7-BD2F-6AEC01D1C990}"/>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a:extLst>
              <a:ext uri="{FF2B5EF4-FFF2-40B4-BE49-F238E27FC236}">
                <a16:creationId xmlns:a16="http://schemas.microsoft.com/office/drawing/2014/main" id="{7FCFB203-C98B-33A6-4C8C-625A09AC8F7C}"/>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7" name="Slide Number Placeholder 6">
            <a:extLst>
              <a:ext uri="{FF2B5EF4-FFF2-40B4-BE49-F238E27FC236}">
                <a16:creationId xmlns:a16="http://schemas.microsoft.com/office/drawing/2014/main" id="{14820240-242F-8278-A92D-A174236F327F}"/>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42531642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16BBFA-6E82-A3AD-D3C4-235614C90A0A}"/>
              </a:ext>
            </a:extLst>
          </p:cNvPr>
          <p:cNvSpPr>
            <a:spLocks noGrp="1"/>
          </p:cNvSpPr>
          <p:nvPr>
            <p:ph type="title"/>
          </p:nvPr>
        </p:nvSpPr>
        <p:spPr>
          <a:xfrm>
            <a:off x="1259682" y="547688"/>
            <a:ext cx="15773400" cy="1988345"/>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6EF33AB-18AF-5436-03FF-C1BE1B11E5B5}"/>
              </a:ext>
            </a:extLst>
          </p:cNvPr>
          <p:cNvSpPr>
            <a:spLocks noGrp="1"/>
          </p:cNvSpPr>
          <p:nvPr>
            <p:ph type="body" idx="1"/>
          </p:nvPr>
        </p:nvSpPr>
        <p:spPr>
          <a:xfrm>
            <a:off x="1259683" y="2521745"/>
            <a:ext cx="7736681"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4" name="Content Placeholder 3">
            <a:extLst>
              <a:ext uri="{FF2B5EF4-FFF2-40B4-BE49-F238E27FC236}">
                <a16:creationId xmlns:a16="http://schemas.microsoft.com/office/drawing/2014/main" id="{D2C68F09-CEF3-F59C-C62B-334BABD8A8AD}"/>
              </a:ext>
            </a:extLst>
          </p:cNvPr>
          <p:cNvSpPr>
            <a:spLocks noGrp="1"/>
          </p:cNvSpPr>
          <p:nvPr>
            <p:ph sz="half" idx="2"/>
          </p:nvPr>
        </p:nvSpPr>
        <p:spPr>
          <a:xfrm>
            <a:off x="1259683" y="3757613"/>
            <a:ext cx="7736681"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8AB27AB-2CCB-1D4B-F34F-2F12A3283C9A}"/>
              </a:ext>
            </a:extLst>
          </p:cNvPr>
          <p:cNvSpPr>
            <a:spLocks noGrp="1"/>
          </p:cNvSpPr>
          <p:nvPr>
            <p:ph type="body" sz="quarter" idx="3"/>
          </p:nvPr>
        </p:nvSpPr>
        <p:spPr>
          <a:xfrm>
            <a:off x="9258300" y="2521745"/>
            <a:ext cx="7774782" cy="1235868"/>
          </a:xfrm>
        </p:spPr>
        <p:txBody>
          <a:bodyPr anchor="b"/>
          <a:lstStyle>
            <a:lvl1pPr marL="0" indent="0">
              <a:buNone/>
              <a:defRPr sz="3600" b="1"/>
            </a:lvl1pPr>
            <a:lvl2pPr marL="685800" indent="0">
              <a:buNone/>
              <a:defRPr sz="3000" b="1"/>
            </a:lvl2pPr>
            <a:lvl3pPr marL="1371600" indent="0">
              <a:buNone/>
              <a:defRPr sz="2700" b="1"/>
            </a:lvl3pPr>
            <a:lvl4pPr marL="2057400" indent="0">
              <a:buNone/>
              <a:defRPr sz="2400" b="1"/>
            </a:lvl4pPr>
            <a:lvl5pPr marL="2743200" indent="0">
              <a:buNone/>
              <a:defRPr sz="2400" b="1"/>
            </a:lvl5pPr>
            <a:lvl6pPr marL="3429000" indent="0">
              <a:buNone/>
              <a:defRPr sz="2400" b="1"/>
            </a:lvl6pPr>
            <a:lvl7pPr marL="4114800" indent="0">
              <a:buNone/>
              <a:defRPr sz="2400" b="1"/>
            </a:lvl7pPr>
            <a:lvl8pPr marL="4800600" indent="0">
              <a:buNone/>
              <a:defRPr sz="2400" b="1"/>
            </a:lvl8pPr>
            <a:lvl9pPr marL="5486400" indent="0">
              <a:buNone/>
              <a:defRPr sz="2400" b="1"/>
            </a:lvl9pPr>
          </a:lstStyle>
          <a:p>
            <a:pPr lvl="0"/>
            <a:r>
              <a:rPr lang="en-US"/>
              <a:t>Click to edit Master text styles</a:t>
            </a:r>
          </a:p>
        </p:txBody>
      </p:sp>
      <p:sp>
        <p:nvSpPr>
          <p:cNvPr id="6" name="Content Placeholder 5">
            <a:extLst>
              <a:ext uri="{FF2B5EF4-FFF2-40B4-BE49-F238E27FC236}">
                <a16:creationId xmlns:a16="http://schemas.microsoft.com/office/drawing/2014/main" id="{422BE260-0EBE-322B-E22A-6F6888C5CB29}"/>
              </a:ext>
            </a:extLst>
          </p:cNvPr>
          <p:cNvSpPr>
            <a:spLocks noGrp="1"/>
          </p:cNvSpPr>
          <p:nvPr>
            <p:ph sz="quarter" idx="4"/>
          </p:nvPr>
        </p:nvSpPr>
        <p:spPr>
          <a:xfrm>
            <a:off x="9258300" y="3757613"/>
            <a:ext cx="7774782" cy="552688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AEA85B18-ABF5-D9E6-995B-5931D4CB767C}"/>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8" name="Footer Placeholder 7">
            <a:extLst>
              <a:ext uri="{FF2B5EF4-FFF2-40B4-BE49-F238E27FC236}">
                <a16:creationId xmlns:a16="http://schemas.microsoft.com/office/drawing/2014/main" id="{0D254A1D-A4A6-8C14-141A-38E0085B9D49}"/>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9" name="Slide Number Placeholder 8">
            <a:extLst>
              <a:ext uri="{FF2B5EF4-FFF2-40B4-BE49-F238E27FC236}">
                <a16:creationId xmlns:a16="http://schemas.microsoft.com/office/drawing/2014/main" id="{61FEF2DD-EA4E-DBD3-6835-53928E07C6AE}"/>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222045738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F95EA2-EDD1-A3EE-D8CE-2C424E78296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49893D33-030C-E884-5A12-77080A556B31}"/>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4" name="Footer Placeholder 3">
            <a:extLst>
              <a:ext uri="{FF2B5EF4-FFF2-40B4-BE49-F238E27FC236}">
                <a16:creationId xmlns:a16="http://schemas.microsoft.com/office/drawing/2014/main" id="{9D01946E-5C72-760F-2FC0-3043D4C178EF}"/>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5" name="Slide Number Placeholder 4">
            <a:extLst>
              <a:ext uri="{FF2B5EF4-FFF2-40B4-BE49-F238E27FC236}">
                <a16:creationId xmlns:a16="http://schemas.microsoft.com/office/drawing/2014/main" id="{894541D7-E791-3FF7-479D-0827A2CAF207}"/>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318873057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990941AA-FABF-7108-48A4-7EFB7AB60A66}"/>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3" name="Footer Placeholder 2">
            <a:extLst>
              <a:ext uri="{FF2B5EF4-FFF2-40B4-BE49-F238E27FC236}">
                <a16:creationId xmlns:a16="http://schemas.microsoft.com/office/drawing/2014/main" id="{671FA2A1-D4EA-C0E6-9ED3-A47F23E5E912}"/>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4" name="Slide Number Placeholder 3">
            <a:extLst>
              <a:ext uri="{FF2B5EF4-FFF2-40B4-BE49-F238E27FC236}">
                <a16:creationId xmlns:a16="http://schemas.microsoft.com/office/drawing/2014/main" id="{43A9E27A-F585-556C-6735-FE3E85A066D0}"/>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6756812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1A0E38-B3FA-7400-F432-615EEA9289D9}"/>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A33CA0C-6732-CD68-EA9F-A32D248C9411}"/>
              </a:ext>
            </a:extLst>
          </p:cNvPr>
          <p:cNvSpPr>
            <a:spLocks noGrp="1"/>
          </p:cNvSpPr>
          <p:nvPr>
            <p:ph idx="1"/>
          </p:nvPr>
        </p:nvSpPr>
        <p:spPr>
          <a:xfrm>
            <a:off x="7774782" y="1481138"/>
            <a:ext cx="9258300" cy="7310438"/>
          </a:xfrm>
        </p:spPr>
        <p:txBody>
          <a:bodyPr/>
          <a:lstStyle>
            <a:lvl1pPr>
              <a:defRPr sz="4800"/>
            </a:lvl1pPr>
            <a:lvl2pPr>
              <a:defRPr sz="4200"/>
            </a:lvl2pPr>
            <a:lvl3pPr>
              <a:defRPr sz="3600"/>
            </a:lvl3pPr>
            <a:lvl4pPr>
              <a:defRPr sz="3000"/>
            </a:lvl4pPr>
            <a:lvl5pPr>
              <a:defRPr sz="3000"/>
            </a:lvl5pPr>
            <a:lvl6pPr>
              <a:defRPr sz="3000"/>
            </a:lvl6pPr>
            <a:lvl7pPr>
              <a:defRPr sz="3000"/>
            </a:lvl7pPr>
            <a:lvl8pPr>
              <a:defRPr sz="3000"/>
            </a:lvl8pPr>
            <a:lvl9pPr>
              <a:defRPr sz="3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7085306A-686B-DA08-AFCB-F0E496AE875B}"/>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0F839234-3807-FACB-741B-10BE378E16E4}"/>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a:extLst>
              <a:ext uri="{FF2B5EF4-FFF2-40B4-BE49-F238E27FC236}">
                <a16:creationId xmlns:a16="http://schemas.microsoft.com/office/drawing/2014/main" id="{E576B6B9-31DB-51BB-E50A-9AA737FAAC7C}"/>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7" name="Slide Number Placeholder 6">
            <a:extLst>
              <a:ext uri="{FF2B5EF4-FFF2-40B4-BE49-F238E27FC236}">
                <a16:creationId xmlns:a16="http://schemas.microsoft.com/office/drawing/2014/main" id="{9D160E08-666A-281A-C3E7-F03B8214850B}"/>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41882878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E805F8-A854-C477-261D-DC64C4AD3CB0}"/>
              </a:ext>
            </a:extLst>
          </p:cNvPr>
          <p:cNvSpPr>
            <a:spLocks noGrp="1"/>
          </p:cNvSpPr>
          <p:nvPr>
            <p:ph type="title"/>
          </p:nvPr>
        </p:nvSpPr>
        <p:spPr>
          <a:xfrm>
            <a:off x="1259683" y="685800"/>
            <a:ext cx="5898356" cy="2400300"/>
          </a:xfrm>
        </p:spPr>
        <p:txBody>
          <a:bodyPr anchor="b"/>
          <a:lstStyle>
            <a:lvl1pPr>
              <a:defRPr sz="48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985D1F1-C367-3418-99A8-137E18E42C0A}"/>
              </a:ext>
            </a:extLst>
          </p:cNvPr>
          <p:cNvSpPr>
            <a:spLocks noGrp="1"/>
          </p:cNvSpPr>
          <p:nvPr>
            <p:ph type="pic" idx="1"/>
          </p:nvPr>
        </p:nvSpPr>
        <p:spPr>
          <a:xfrm>
            <a:off x="7774782" y="1481138"/>
            <a:ext cx="9258300" cy="7310438"/>
          </a:xfrm>
        </p:spPr>
        <p:txBody>
          <a:bodyPr/>
          <a:lstStyle>
            <a:lvl1pPr marL="0" indent="0">
              <a:buNone/>
              <a:defRPr sz="4800"/>
            </a:lvl1pPr>
            <a:lvl2pPr marL="685800" indent="0">
              <a:buNone/>
              <a:defRPr sz="4200"/>
            </a:lvl2pPr>
            <a:lvl3pPr marL="1371600" indent="0">
              <a:buNone/>
              <a:defRPr sz="3600"/>
            </a:lvl3pPr>
            <a:lvl4pPr marL="2057400" indent="0">
              <a:buNone/>
              <a:defRPr sz="3000"/>
            </a:lvl4pPr>
            <a:lvl5pPr marL="2743200" indent="0">
              <a:buNone/>
              <a:defRPr sz="3000"/>
            </a:lvl5pPr>
            <a:lvl6pPr marL="3429000" indent="0">
              <a:buNone/>
              <a:defRPr sz="3000"/>
            </a:lvl6pPr>
            <a:lvl7pPr marL="4114800" indent="0">
              <a:buNone/>
              <a:defRPr sz="3000"/>
            </a:lvl7pPr>
            <a:lvl8pPr marL="4800600" indent="0">
              <a:buNone/>
              <a:defRPr sz="3000"/>
            </a:lvl8pPr>
            <a:lvl9pPr marL="5486400" indent="0">
              <a:buNone/>
              <a:defRPr sz="3000"/>
            </a:lvl9pPr>
          </a:lstStyle>
          <a:p>
            <a:endParaRPr lang="en-IN"/>
          </a:p>
        </p:txBody>
      </p:sp>
      <p:sp>
        <p:nvSpPr>
          <p:cNvPr id="4" name="Text Placeholder 3">
            <a:extLst>
              <a:ext uri="{FF2B5EF4-FFF2-40B4-BE49-F238E27FC236}">
                <a16:creationId xmlns:a16="http://schemas.microsoft.com/office/drawing/2014/main" id="{AC64CBDB-1B57-AEFC-DB6D-EBF737F9D2CA}"/>
              </a:ext>
            </a:extLst>
          </p:cNvPr>
          <p:cNvSpPr>
            <a:spLocks noGrp="1"/>
          </p:cNvSpPr>
          <p:nvPr>
            <p:ph type="body" sz="half" idx="2"/>
          </p:nvPr>
        </p:nvSpPr>
        <p:spPr>
          <a:xfrm>
            <a:off x="1259683" y="3086100"/>
            <a:ext cx="5898356" cy="5717382"/>
          </a:xfrm>
        </p:spPr>
        <p:txBody>
          <a:bodyPr/>
          <a:lstStyle>
            <a:lvl1pPr marL="0" indent="0">
              <a:buNone/>
              <a:defRPr sz="2400"/>
            </a:lvl1pPr>
            <a:lvl2pPr marL="685800" indent="0">
              <a:buNone/>
              <a:defRPr sz="2100"/>
            </a:lvl2pPr>
            <a:lvl3pPr marL="1371600" indent="0">
              <a:buNone/>
              <a:defRPr sz="1800"/>
            </a:lvl3pPr>
            <a:lvl4pPr marL="2057400" indent="0">
              <a:buNone/>
              <a:defRPr sz="1500"/>
            </a:lvl4pPr>
            <a:lvl5pPr marL="2743200" indent="0">
              <a:buNone/>
              <a:defRPr sz="1500"/>
            </a:lvl5pPr>
            <a:lvl6pPr marL="3429000" indent="0">
              <a:buNone/>
              <a:defRPr sz="1500"/>
            </a:lvl6pPr>
            <a:lvl7pPr marL="4114800" indent="0">
              <a:buNone/>
              <a:defRPr sz="1500"/>
            </a:lvl7pPr>
            <a:lvl8pPr marL="4800600" indent="0">
              <a:buNone/>
              <a:defRPr sz="1500"/>
            </a:lvl8pPr>
            <a:lvl9pPr marL="5486400" indent="0">
              <a:buNone/>
              <a:defRPr sz="1500"/>
            </a:lvl9pPr>
          </a:lstStyle>
          <a:p>
            <a:pPr lvl="0"/>
            <a:r>
              <a:rPr lang="en-US"/>
              <a:t>Click to edit Master text styles</a:t>
            </a:r>
          </a:p>
        </p:txBody>
      </p:sp>
      <p:sp>
        <p:nvSpPr>
          <p:cNvPr id="5" name="Date Placeholder 4">
            <a:extLst>
              <a:ext uri="{FF2B5EF4-FFF2-40B4-BE49-F238E27FC236}">
                <a16:creationId xmlns:a16="http://schemas.microsoft.com/office/drawing/2014/main" id="{C947308C-55B6-8654-CE42-3ADD513C13EB}"/>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6" name="Footer Placeholder 5">
            <a:extLst>
              <a:ext uri="{FF2B5EF4-FFF2-40B4-BE49-F238E27FC236}">
                <a16:creationId xmlns:a16="http://schemas.microsoft.com/office/drawing/2014/main" id="{F56FEAB5-B74B-42CB-C638-1FE32DAC0388}"/>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7" name="Slide Number Placeholder 6">
            <a:extLst>
              <a:ext uri="{FF2B5EF4-FFF2-40B4-BE49-F238E27FC236}">
                <a16:creationId xmlns:a16="http://schemas.microsoft.com/office/drawing/2014/main" id="{7C9876EA-DF87-4079-E5D9-86496F8FBFB1}"/>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21438156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2BEBFA-1E80-FE89-43DA-668C225A6651}"/>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A777D7BB-9C89-3BB0-C8DB-AAA66562AF6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7C09184-859E-FCC4-1F65-59131894C656}"/>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F574E6B8-AFC0-8F11-2BF4-74581EF0DFF9}"/>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D7DB30C0-E257-3838-9F67-E2A23A4414A9}"/>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73728126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4CB6415-83A8-CFFB-C777-A0F2A50720AF}"/>
              </a:ext>
            </a:extLst>
          </p:cNvPr>
          <p:cNvSpPr>
            <a:spLocks noGrp="1"/>
          </p:cNvSpPr>
          <p:nvPr>
            <p:ph type="title" orient="vert"/>
          </p:nvPr>
        </p:nvSpPr>
        <p:spPr>
          <a:xfrm>
            <a:off x="13087350" y="547688"/>
            <a:ext cx="3943350" cy="8717757"/>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314EBB3B-1B4C-C3A1-764B-E8786DFDC04C}"/>
              </a:ext>
            </a:extLst>
          </p:cNvPr>
          <p:cNvSpPr>
            <a:spLocks noGrp="1"/>
          </p:cNvSpPr>
          <p:nvPr>
            <p:ph type="body" orient="vert" idx="1"/>
          </p:nvPr>
        </p:nvSpPr>
        <p:spPr>
          <a:xfrm>
            <a:off x="1257300" y="547688"/>
            <a:ext cx="11601450" cy="871775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0822F42-5E13-81EF-3F44-E8DB0E847871}"/>
              </a:ext>
            </a:extLst>
          </p:cNvPr>
          <p:cNvSpPr>
            <a:spLocks noGrp="1"/>
          </p:cNvSpPr>
          <p:nvPr>
            <p:ph type="dt" sz="half" idx="10"/>
          </p:nvPr>
        </p:nvSpPr>
        <p:spPr/>
        <p:txBody>
          <a:body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87FC316E-15BE-E08E-720D-01B4071AFA24}"/>
              </a:ext>
            </a:extLst>
          </p:cNvPr>
          <p:cNvSpPr>
            <a:spLocks noGrp="1"/>
          </p:cNvSpPr>
          <p:nvPr>
            <p:ph type="ftr" sz="quarter" idx="11"/>
          </p:nvPr>
        </p:nvSpPr>
        <p:spPr/>
        <p:txBody>
          <a:body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F2E164BE-6DFD-5E62-B141-C4C8229AAE36}"/>
              </a:ext>
            </a:extLst>
          </p:cNvPr>
          <p:cNvSpPr>
            <a:spLocks noGrp="1"/>
          </p:cNvSpPr>
          <p:nvPr>
            <p:ph type="sldNum" sz="quarter" idx="12"/>
          </p:nvPr>
        </p:nvSpPr>
        <p:spPr/>
        <p:txBody>
          <a:body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283301739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2F4C7B3-5E08-200E-489E-8A8D7E08EDF8}"/>
              </a:ext>
            </a:extLst>
          </p:cNvPr>
          <p:cNvSpPr>
            <a:spLocks noGrp="1"/>
          </p:cNvSpPr>
          <p:nvPr>
            <p:ph type="title"/>
          </p:nvPr>
        </p:nvSpPr>
        <p:spPr>
          <a:xfrm>
            <a:off x="1257300" y="547688"/>
            <a:ext cx="15773400" cy="1988345"/>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E3899D6-3AE5-407C-C828-BE2EDB02F1EB}"/>
              </a:ext>
            </a:extLst>
          </p:cNvPr>
          <p:cNvSpPr>
            <a:spLocks noGrp="1"/>
          </p:cNvSpPr>
          <p:nvPr>
            <p:ph type="body" idx="1"/>
          </p:nvPr>
        </p:nvSpPr>
        <p:spPr>
          <a:xfrm>
            <a:off x="1257300" y="2738438"/>
            <a:ext cx="15773400" cy="6527007"/>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CF6F66-853D-74D5-E277-BA222CDDFDC8}"/>
              </a:ext>
            </a:extLst>
          </p:cNvPr>
          <p:cNvSpPr>
            <a:spLocks noGrp="1"/>
          </p:cNvSpPr>
          <p:nvPr>
            <p:ph type="dt" sz="half" idx="2"/>
          </p:nvPr>
        </p:nvSpPr>
        <p:spPr>
          <a:xfrm>
            <a:off x="1257300" y="9534526"/>
            <a:ext cx="4114800" cy="547688"/>
          </a:xfrm>
          <a:prstGeom prst="rect">
            <a:avLst/>
          </a:prstGeom>
        </p:spPr>
        <p:txBody>
          <a:bodyPr vert="horz" lIns="91440" tIns="45720" rIns="91440" bIns="45720" rtlCol="0" anchor="ctr"/>
          <a:lstStyle>
            <a:lvl1pPr algn="l">
              <a:defRPr sz="1800">
                <a:solidFill>
                  <a:schemeClr val="tx1">
                    <a:tint val="75000"/>
                  </a:schemeClr>
                </a:solidFill>
              </a:defRPr>
            </a:lvl1pPr>
          </a:lstStyle>
          <a:p>
            <a:fld id="{1D8BD707-D9CF-40AE-B4C6-C98DA3205C09}" type="datetimeFigureOut">
              <a:rPr lang="en-US" smtClean="0"/>
              <a:pPr/>
              <a:t>9/12/2025</a:t>
            </a:fld>
            <a:endParaRPr lang="en-US"/>
          </a:p>
        </p:txBody>
      </p:sp>
      <p:sp>
        <p:nvSpPr>
          <p:cNvPr id="5" name="Footer Placeholder 4">
            <a:extLst>
              <a:ext uri="{FF2B5EF4-FFF2-40B4-BE49-F238E27FC236}">
                <a16:creationId xmlns:a16="http://schemas.microsoft.com/office/drawing/2014/main" id="{4D0C54CB-E9BA-642F-CD63-F8B1928F0611}"/>
              </a:ext>
            </a:extLst>
          </p:cNvPr>
          <p:cNvSpPr>
            <a:spLocks noGrp="1"/>
          </p:cNvSpPr>
          <p:nvPr>
            <p:ph type="ftr" sz="quarter" idx="3"/>
          </p:nvPr>
        </p:nvSpPr>
        <p:spPr>
          <a:xfrm>
            <a:off x="6057900" y="9534526"/>
            <a:ext cx="6172200" cy="547688"/>
          </a:xfrm>
          <a:prstGeom prst="rect">
            <a:avLst/>
          </a:prstGeom>
        </p:spPr>
        <p:txBody>
          <a:bodyPr vert="horz" lIns="91440" tIns="45720" rIns="91440" bIns="45720" rtlCol="0" anchor="ctr"/>
          <a:lstStyle>
            <a:lvl1pPr algn="ctr">
              <a:defRPr sz="1800">
                <a:solidFill>
                  <a:schemeClr val="tx1">
                    <a:tint val="75000"/>
                  </a:schemeClr>
                </a:solidFill>
              </a:defRPr>
            </a:lvl1pPr>
          </a:lstStyle>
          <a:p>
            <a:pPr marL="12700">
              <a:lnSpc>
                <a:spcPts val="2575"/>
              </a:lnSpc>
            </a:pPr>
            <a:r>
              <a:rPr lang="en-IN" spc="120"/>
              <a:t>Department</a:t>
            </a:r>
            <a:r>
              <a:rPr lang="en-IN" spc="-30"/>
              <a:t> </a:t>
            </a:r>
            <a:r>
              <a:rPr lang="en-IN" spc="70"/>
              <a:t>of</a:t>
            </a:r>
            <a:r>
              <a:rPr lang="en-IN" spc="-25"/>
              <a:t> </a:t>
            </a:r>
            <a:r>
              <a:rPr lang="en-IN" spc="90"/>
              <a:t>ISE</a:t>
            </a:r>
            <a:endParaRPr lang="en-IN" spc="90" dirty="0"/>
          </a:p>
        </p:txBody>
      </p:sp>
      <p:sp>
        <p:nvSpPr>
          <p:cNvPr id="6" name="Slide Number Placeholder 5">
            <a:extLst>
              <a:ext uri="{FF2B5EF4-FFF2-40B4-BE49-F238E27FC236}">
                <a16:creationId xmlns:a16="http://schemas.microsoft.com/office/drawing/2014/main" id="{281972C4-5816-6969-9500-10A9C160C763}"/>
              </a:ext>
            </a:extLst>
          </p:cNvPr>
          <p:cNvSpPr>
            <a:spLocks noGrp="1"/>
          </p:cNvSpPr>
          <p:nvPr>
            <p:ph type="sldNum" sz="quarter" idx="4"/>
          </p:nvPr>
        </p:nvSpPr>
        <p:spPr>
          <a:xfrm>
            <a:off x="12915900" y="9534526"/>
            <a:ext cx="4114800" cy="547688"/>
          </a:xfrm>
          <a:prstGeom prst="rect">
            <a:avLst/>
          </a:prstGeom>
        </p:spPr>
        <p:txBody>
          <a:bodyPr vert="horz" lIns="91440" tIns="45720" rIns="91440" bIns="45720" rtlCol="0" anchor="ctr"/>
          <a:lstStyle>
            <a:lvl1pPr algn="r">
              <a:defRPr sz="1800">
                <a:solidFill>
                  <a:schemeClr val="tx1">
                    <a:tint val="75000"/>
                  </a:schemeClr>
                </a:solidFill>
              </a:defRPr>
            </a:lvl1pPr>
          </a:lstStyle>
          <a:p>
            <a:pPr marL="38100">
              <a:lnSpc>
                <a:spcPts val="2575"/>
              </a:lnSpc>
            </a:pPr>
            <a:fld id="{81D60167-4931-47E6-BA6A-407CBD079E47}" type="slidenum">
              <a:rPr lang="en-IN" smtClean="0"/>
              <a:pPr marL="38100">
                <a:lnSpc>
                  <a:spcPts val="2575"/>
                </a:lnSpc>
              </a:pPr>
              <a:t>‹#›</a:t>
            </a:fld>
            <a:endParaRPr lang="en-IN" dirty="0"/>
          </a:p>
        </p:txBody>
      </p:sp>
    </p:spTree>
    <p:extLst>
      <p:ext uri="{BB962C8B-B14F-4D97-AF65-F5344CB8AC3E}">
        <p14:creationId xmlns:p14="http://schemas.microsoft.com/office/powerpoint/2010/main" val="1608310120"/>
      </p:ext>
    </p:extLst>
  </p:cSld>
  <p:clrMap bg1="lt1" tx1="dk1" bg2="lt2" tx2="dk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95" r:id="rId6"/>
    <p:sldLayoutId id="2147483696" r:id="rId7"/>
    <p:sldLayoutId id="2147483697" r:id="rId8"/>
    <p:sldLayoutId id="2147483698" r:id="rId9"/>
    <p:sldLayoutId id="2147483699" r:id="rId10"/>
    <p:sldLayoutId id="2147483700" r:id="rId11"/>
  </p:sldLayoutIdLst>
  <p:txStyles>
    <p:titleStyle>
      <a:lvl1pPr algn="l" defTabSz="1371600" rtl="0" eaLnBrk="1" latinLnBrk="0" hangingPunct="1">
        <a:lnSpc>
          <a:spcPct val="90000"/>
        </a:lnSpc>
        <a:spcBef>
          <a:spcPct val="0"/>
        </a:spcBef>
        <a:buNone/>
        <a:defRPr sz="6600" kern="1200">
          <a:solidFill>
            <a:schemeClr val="tx1"/>
          </a:solidFill>
          <a:latin typeface="+mj-lt"/>
          <a:ea typeface="+mj-ea"/>
          <a:cs typeface="+mj-cs"/>
        </a:defRPr>
      </a:lvl1pPr>
    </p:titleStyle>
    <p:bodyStyle>
      <a:lvl1pPr marL="342900" indent="-342900" algn="l" defTabSz="1371600" rtl="0" eaLnBrk="1" latinLnBrk="0" hangingPunct="1">
        <a:lnSpc>
          <a:spcPct val="90000"/>
        </a:lnSpc>
        <a:spcBef>
          <a:spcPts val="1500"/>
        </a:spcBef>
        <a:buFont typeface="Arial" panose="020B0604020202020204" pitchFamily="34" charset="0"/>
        <a:buChar char="•"/>
        <a:defRPr sz="4200" kern="1200">
          <a:solidFill>
            <a:schemeClr val="tx1"/>
          </a:solidFill>
          <a:latin typeface="+mn-lt"/>
          <a:ea typeface="+mn-ea"/>
          <a:cs typeface="+mn-cs"/>
        </a:defRPr>
      </a:lvl1pPr>
      <a:lvl2pPr marL="1028700" indent="-342900" algn="l" defTabSz="1371600" rtl="0" eaLnBrk="1" latinLnBrk="0" hangingPunct="1">
        <a:lnSpc>
          <a:spcPct val="90000"/>
        </a:lnSpc>
        <a:spcBef>
          <a:spcPts val="750"/>
        </a:spcBef>
        <a:buFont typeface="Arial" panose="020B0604020202020204" pitchFamily="34" charset="0"/>
        <a:buChar char="•"/>
        <a:defRPr sz="3600" kern="1200">
          <a:solidFill>
            <a:schemeClr val="tx1"/>
          </a:solidFill>
          <a:latin typeface="+mn-lt"/>
          <a:ea typeface="+mn-ea"/>
          <a:cs typeface="+mn-cs"/>
        </a:defRPr>
      </a:lvl2pPr>
      <a:lvl3pPr marL="1714500" indent="-342900" algn="l" defTabSz="1371600" rtl="0" eaLnBrk="1" latinLnBrk="0" hangingPunct="1">
        <a:lnSpc>
          <a:spcPct val="90000"/>
        </a:lnSpc>
        <a:spcBef>
          <a:spcPts val="750"/>
        </a:spcBef>
        <a:buFont typeface="Arial" panose="020B0604020202020204" pitchFamily="34" charset="0"/>
        <a:buChar char="•"/>
        <a:defRPr sz="3000" kern="1200">
          <a:solidFill>
            <a:schemeClr val="tx1"/>
          </a:solidFill>
          <a:latin typeface="+mn-lt"/>
          <a:ea typeface="+mn-ea"/>
          <a:cs typeface="+mn-cs"/>
        </a:defRPr>
      </a:lvl3pPr>
      <a:lvl4pPr marL="2400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4pPr>
      <a:lvl5pPr marL="30861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5pPr>
      <a:lvl6pPr marL="37719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6pPr>
      <a:lvl7pPr marL="44577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7pPr>
      <a:lvl8pPr marL="51435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8pPr>
      <a:lvl9pPr marL="5829300" indent="-342900" algn="l" defTabSz="1371600" rtl="0" eaLnBrk="1" latinLnBrk="0" hangingPunct="1">
        <a:lnSpc>
          <a:spcPct val="90000"/>
        </a:lnSpc>
        <a:spcBef>
          <a:spcPts val="750"/>
        </a:spcBef>
        <a:buFont typeface="Arial" panose="020B0604020202020204" pitchFamily="34" charset="0"/>
        <a:buChar char="•"/>
        <a:defRPr sz="2700" kern="1200">
          <a:solidFill>
            <a:schemeClr val="tx1"/>
          </a:solidFill>
          <a:latin typeface="+mn-lt"/>
          <a:ea typeface="+mn-ea"/>
          <a:cs typeface="+mn-cs"/>
        </a:defRPr>
      </a:lvl9pPr>
    </p:bodyStyle>
    <p:otherStyle>
      <a:defPPr>
        <a:defRPr lang="en-US"/>
      </a:defPPr>
      <a:lvl1pPr marL="0" algn="l" defTabSz="1371600" rtl="0" eaLnBrk="1" latinLnBrk="0" hangingPunct="1">
        <a:defRPr sz="2700" kern="1200">
          <a:solidFill>
            <a:schemeClr val="tx1"/>
          </a:solidFill>
          <a:latin typeface="+mn-lt"/>
          <a:ea typeface="+mn-ea"/>
          <a:cs typeface="+mn-cs"/>
        </a:defRPr>
      </a:lvl1pPr>
      <a:lvl2pPr marL="685800" algn="l" defTabSz="1371600" rtl="0" eaLnBrk="1" latinLnBrk="0" hangingPunct="1">
        <a:defRPr sz="2700" kern="1200">
          <a:solidFill>
            <a:schemeClr val="tx1"/>
          </a:solidFill>
          <a:latin typeface="+mn-lt"/>
          <a:ea typeface="+mn-ea"/>
          <a:cs typeface="+mn-cs"/>
        </a:defRPr>
      </a:lvl2pPr>
      <a:lvl3pPr marL="1371600" algn="l" defTabSz="1371600" rtl="0" eaLnBrk="1" latinLnBrk="0" hangingPunct="1">
        <a:defRPr sz="2700" kern="1200">
          <a:solidFill>
            <a:schemeClr val="tx1"/>
          </a:solidFill>
          <a:latin typeface="+mn-lt"/>
          <a:ea typeface="+mn-ea"/>
          <a:cs typeface="+mn-cs"/>
        </a:defRPr>
      </a:lvl3pPr>
      <a:lvl4pPr marL="2057400" algn="l" defTabSz="1371600" rtl="0" eaLnBrk="1" latinLnBrk="0" hangingPunct="1">
        <a:defRPr sz="2700" kern="1200">
          <a:solidFill>
            <a:schemeClr val="tx1"/>
          </a:solidFill>
          <a:latin typeface="+mn-lt"/>
          <a:ea typeface="+mn-ea"/>
          <a:cs typeface="+mn-cs"/>
        </a:defRPr>
      </a:lvl4pPr>
      <a:lvl5pPr marL="2743200" algn="l" defTabSz="1371600" rtl="0" eaLnBrk="1" latinLnBrk="0" hangingPunct="1">
        <a:defRPr sz="2700" kern="1200">
          <a:solidFill>
            <a:schemeClr val="tx1"/>
          </a:solidFill>
          <a:latin typeface="+mn-lt"/>
          <a:ea typeface="+mn-ea"/>
          <a:cs typeface="+mn-cs"/>
        </a:defRPr>
      </a:lvl5pPr>
      <a:lvl6pPr marL="3429000" algn="l" defTabSz="1371600" rtl="0" eaLnBrk="1" latinLnBrk="0" hangingPunct="1">
        <a:defRPr sz="2700" kern="1200">
          <a:solidFill>
            <a:schemeClr val="tx1"/>
          </a:solidFill>
          <a:latin typeface="+mn-lt"/>
          <a:ea typeface="+mn-ea"/>
          <a:cs typeface="+mn-cs"/>
        </a:defRPr>
      </a:lvl6pPr>
      <a:lvl7pPr marL="4114800" algn="l" defTabSz="1371600" rtl="0" eaLnBrk="1" latinLnBrk="0" hangingPunct="1">
        <a:defRPr sz="2700" kern="1200">
          <a:solidFill>
            <a:schemeClr val="tx1"/>
          </a:solidFill>
          <a:latin typeface="+mn-lt"/>
          <a:ea typeface="+mn-ea"/>
          <a:cs typeface="+mn-cs"/>
        </a:defRPr>
      </a:lvl7pPr>
      <a:lvl8pPr marL="4800600" algn="l" defTabSz="1371600" rtl="0" eaLnBrk="1" latinLnBrk="0" hangingPunct="1">
        <a:defRPr sz="2700" kern="1200">
          <a:solidFill>
            <a:schemeClr val="tx1"/>
          </a:solidFill>
          <a:latin typeface="+mn-lt"/>
          <a:ea typeface="+mn-ea"/>
          <a:cs typeface="+mn-cs"/>
        </a:defRPr>
      </a:lvl8pPr>
      <a:lvl9pPr marL="5486400" algn="l" defTabSz="1371600" rtl="0" eaLnBrk="1" latinLnBrk="0" hangingPunct="1">
        <a:defRPr sz="27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11" name="Picture 10"/>
          <p:cNvPicPr>
            <a:picLocks noChangeAspect="1"/>
          </p:cNvPicPr>
          <p:nvPr/>
        </p:nvPicPr>
        <p:blipFill>
          <a:blip r:embed="rId2"/>
          <a:stretch>
            <a:fillRect/>
          </a:stretch>
        </p:blipFill>
        <p:spPr>
          <a:xfrm>
            <a:off x="703638" y="497894"/>
            <a:ext cx="1725189" cy="1143008"/>
          </a:xfrm>
          <a:prstGeom prst="rect">
            <a:avLst/>
          </a:prstGeom>
        </p:spPr>
      </p:pic>
      <p:pic>
        <p:nvPicPr>
          <p:cNvPr id="1026" name="Picture 2"/>
          <p:cNvPicPr>
            <a:picLocks noChangeAspect="1" noChangeArrowheads="1"/>
          </p:cNvPicPr>
          <p:nvPr/>
        </p:nvPicPr>
        <p:blipFill>
          <a:blip r:embed="rId3"/>
          <a:srcRect/>
          <a:stretch>
            <a:fillRect/>
          </a:stretch>
        </p:blipFill>
        <p:spPr bwMode="auto">
          <a:xfrm>
            <a:off x="16128776" y="283761"/>
            <a:ext cx="1815881" cy="1815881"/>
          </a:xfrm>
          <a:prstGeom prst="rect">
            <a:avLst/>
          </a:prstGeom>
          <a:noFill/>
          <a:ln w="9525">
            <a:noFill/>
            <a:miter lim="800000"/>
            <a:headEnd/>
            <a:tailEnd/>
          </a:ln>
          <a:effectLst/>
        </p:spPr>
      </p:pic>
      <p:sp>
        <p:nvSpPr>
          <p:cNvPr id="17" name="Rectangle 16"/>
          <p:cNvSpPr/>
          <p:nvPr/>
        </p:nvSpPr>
        <p:spPr>
          <a:xfrm>
            <a:off x="2428828" y="285716"/>
            <a:ext cx="13858972" cy="1754326"/>
          </a:xfrm>
          <a:prstGeom prst="rect">
            <a:avLst/>
          </a:prstGeom>
        </p:spPr>
        <p:txBody>
          <a:bodyPr wrap="square">
            <a:spAutoFit/>
          </a:bodyPr>
          <a:lstStyle/>
          <a:p>
            <a:pPr algn="ctr"/>
            <a:r>
              <a:rPr lang="en-US" sz="3600" b="1" dirty="0">
                <a:latin typeface="Times New Roman" pitchFamily="18" charset="0"/>
                <a:cs typeface="Times New Roman" pitchFamily="18" charset="0"/>
              </a:rPr>
              <a:t>YENEPOYA INSTITUTE OF TECHNOLOGY </a:t>
            </a:r>
          </a:p>
          <a:p>
            <a:pPr algn="ctr"/>
            <a:r>
              <a:rPr lang="en-US" sz="3600" b="1" dirty="0">
                <a:latin typeface="Times New Roman" pitchFamily="18" charset="0"/>
                <a:cs typeface="Times New Roman" pitchFamily="18" charset="0"/>
              </a:rPr>
              <a:t>NH-13, THODAR, MOODBIDRI, DAKSHINA KANNADA-574225 </a:t>
            </a:r>
          </a:p>
          <a:p>
            <a:pPr algn="ctr"/>
            <a:r>
              <a:rPr lang="en-US" sz="3600" b="1" dirty="0">
                <a:latin typeface="Times New Roman" pitchFamily="18" charset="0"/>
                <a:cs typeface="Times New Roman" pitchFamily="18" charset="0"/>
              </a:rPr>
              <a:t>2025-26 </a:t>
            </a:r>
            <a:endParaRPr lang="en-US" sz="3600" dirty="0">
              <a:latin typeface="Times New Roman" pitchFamily="18" charset="0"/>
              <a:cs typeface="Times New Roman" pitchFamily="18" charset="0"/>
            </a:endParaRPr>
          </a:p>
        </p:txBody>
      </p:sp>
      <p:sp>
        <p:nvSpPr>
          <p:cNvPr id="18" name="Rectangle 17"/>
          <p:cNvSpPr/>
          <p:nvPr/>
        </p:nvSpPr>
        <p:spPr>
          <a:xfrm>
            <a:off x="4463480" y="3765592"/>
            <a:ext cx="9144000" cy="1077218"/>
          </a:xfrm>
          <a:prstGeom prst="rect">
            <a:avLst/>
          </a:prstGeom>
        </p:spPr>
        <p:txBody>
          <a:bodyPr>
            <a:spAutoFit/>
          </a:bodyPr>
          <a:lstStyle/>
          <a:p>
            <a:pPr algn="ctr"/>
            <a:r>
              <a:rPr lang="en-US" sz="2800" b="1" dirty="0">
                <a:latin typeface="Times New Roman" pitchFamily="18" charset="0"/>
                <a:cs typeface="Times New Roman" pitchFamily="18" charset="0"/>
              </a:rPr>
              <a:t> </a:t>
            </a:r>
            <a:r>
              <a:rPr lang="en-US" sz="3200" b="1" dirty="0">
                <a:latin typeface="Times New Roman" pitchFamily="18" charset="0"/>
                <a:cs typeface="Times New Roman" pitchFamily="18" charset="0"/>
              </a:rPr>
              <a:t>Mini Project  Phase-01 </a:t>
            </a:r>
          </a:p>
          <a:p>
            <a:pPr algn="ctr"/>
            <a:r>
              <a:rPr lang="en-US" sz="3200" b="1" dirty="0">
                <a:latin typeface="Times New Roman" pitchFamily="18" charset="0"/>
                <a:cs typeface="Times New Roman" pitchFamily="18" charset="0"/>
              </a:rPr>
              <a:t>Presentation on </a:t>
            </a:r>
            <a:endParaRPr lang="en-US" sz="3200" dirty="0">
              <a:latin typeface="Times New Roman" pitchFamily="18" charset="0"/>
              <a:cs typeface="Times New Roman" pitchFamily="18" charset="0"/>
            </a:endParaRPr>
          </a:p>
        </p:txBody>
      </p:sp>
      <p:sp>
        <p:nvSpPr>
          <p:cNvPr id="19" name="Rectangle 18"/>
          <p:cNvSpPr/>
          <p:nvPr/>
        </p:nvSpPr>
        <p:spPr>
          <a:xfrm>
            <a:off x="3928975" y="4905213"/>
            <a:ext cx="10858678" cy="707886"/>
          </a:xfrm>
          <a:prstGeom prst="rect">
            <a:avLst/>
          </a:prstGeom>
        </p:spPr>
        <p:txBody>
          <a:bodyPr wrap="none">
            <a:spAutoFit/>
          </a:bodyPr>
          <a:lstStyle/>
          <a:p>
            <a:pPr algn="ctr"/>
            <a:r>
              <a:rPr lang="en-US" sz="4000" b="1" dirty="0">
                <a:latin typeface="Times New Roman" pitchFamily="18" charset="0"/>
                <a:cs typeface="Times New Roman" pitchFamily="18" charset="0"/>
              </a:rPr>
              <a:t> “IOT Based Smart Waste Management System”</a:t>
            </a:r>
          </a:p>
        </p:txBody>
      </p:sp>
      <p:sp>
        <p:nvSpPr>
          <p:cNvPr id="21" name="Rectangle 20"/>
          <p:cNvSpPr/>
          <p:nvPr/>
        </p:nvSpPr>
        <p:spPr>
          <a:xfrm>
            <a:off x="1007096" y="6515318"/>
            <a:ext cx="9572692" cy="2677656"/>
          </a:xfrm>
          <a:prstGeom prst="rect">
            <a:avLst/>
          </a:prstGeom>
        </p:spPr>
        <p:txBody>
          <a:bodyPr wrap="square" numCol="1">
            <a:spAutoFit/>
          </a:bodyPr>
          <a:lstStyle/>
          <a:p>
            <a:pPr algn="just"/>
            <a:r>
              <a:rPr lang="en-US" sz="2800" b="1" dirty="0">
                <a:latin typeface="Times New Roman" pitchFamily="18" charset="0"/>
                <a:cs typeface="Times New Roman" pitchFamily="18" charset="0"/>
              </a:rPr>
              <a:t>PRESENTED BY : </a:t>
            </a:r>
          </a:p>
          <a:p>
            <a:pPr algn="just"/>
            <a:endParaRPr lang="en-US" sz="2800" b="1" dirty="0">
              <a:latin typeface="Times New Roman" pitchFamily="18" charset="0"/>
              <a:cs typeface="Times New Roman" pitchFamily="18" charset="0"/>
            </a:endParaRPr>
          </a:p>
          <a:p>
            <a:pPr algn="just"/>
            <a:r>
              <a:rPr lang="en-US" sz="2800" b="1" dirty="0">
                <a:latin typeface="Times New Roman" pitchFamily="18" charset="0"/>
                <a:cs typeface="Times New Roman" pitchFamily="18" charset="0"/>
              </a:rPr>
              <a:t>ISRA ZAINAB                   (4DM23IC024)</a:t>
            </a:r>
          </a:p>
          <a:p>
            <a:pPr algn="just"/>
            <a:r>
              <a:rPr lang="en-US" sz="2800" b="1" dirty="0">
                <a:latin typeface="Times New Roman" pitchFamily="18" charset="0"/>
                <a:cs typeface="Times New Roman" pitchFamily="18" charset="0"/>
              </a:rPr>
              <a:t>MADEEHA                        (4DM23IC029) </a:t>
            </a:r>
          </a:p>
          <a:p>
            <a:pPr algn="just"/>
            <a:r>
              <a:rPr lang="en-US" sz="2800" b="1" dirty="0">
                <a:latin typeface="Times New Roman" pitchFamily="18" charset="0"/>
                <a:cs typeface="Times New Roman" pitchFamily="18" charset="0"/>
              </a:rPr>
              <a:t>SANIYA NAZ                     (4DM23IC050) </a:t>
            </a:r>
          </a:p>
          <a:p>
            <a:pPr algn="just"/>
            <a:r>
              <a:rPr lang="en-US" sz="2800" b="1" dirty="0">
                <a:latin typeface="Times New Roman" pitchFamily="18" charset="0"/>
                <a:cs typeface="Times New Roman" pitchFamily="18" charset="0"/>
              </a:rPr>
              <a:t>SHIRIN                               (4DM23IC052) </a:t>
            </a:r>
            <a:endParaRPr lang="en-US" sz="2800" dirty="0">
              <a:latin typeface="Times New Roman" pitchFamily="18" charset="0"/>
              <a:cs typeface="Times New Roman" pitchFamily="18" charset="0"/>
            </a:endParaRPr>
          </a:p>
        </p:txBody>
      </p:sp>
      <p:sp>
        <p:nvSpPr>
          <p:cNvPr id="22" name="Rectangle 21"/>
          <p:cNvSpPr/>
          <p:nvPr/>
        </p:nvSpPr>
        <p:spPr>
          <a:xfrm>
            <a:off x="12456368" y="6515318"/>
            <a:ext cx="6357918" cy="1815882"/>
          </a:xfrm>
          <a:prstGeom prst="rect">
            <a:avLst/>
          </a:prstGeom>
        </p:spPr>
        <p:txBody>
          <a:bodyPr wrap="square">
            <a:spAutoFit/>
          </a:bodyPr>
          <a:lstStyle/>
          <a:p>
            <a:r>
              <a:rPr lang="en-US" sz="2800" b="1" dirty="0">
                <a:latin typeface="Times New Roman" pitchFamily="18" charset="0"/>
                <a:cs typeface="Times New Roman" pitchFamily="18" charset="0"/>
              </a:rPr>
              <a:t>UNDER THE GUIDANCE OF </a:t>
            </a:r>
          </a:p>
          <a:p>
            <a:r>
              <a:rPr lang="en-US" sz="2800" b="1" dirty="0">
                <a:latin typeface="Times New Roman" pitchFamily="18" charset="0"/>
                <a:cs typeface="Times New Roman" pitchFamily="18" charset="0"/>
              </a:rPr>
              <a:t>Prof. AKSHATHA DANGE</a:t>
            </a:r>
          </a:p>
          <a:p>
            <a:r>
              <a:rPr lang="en-US" sz="2800" b="1" dirty="0">
                <a:latin typeface="Times New Roman" pitchFamily="18" charset="0"/>
                <a:cs typeface="Times New Roman" pitchFamily="18" charset="0"/>
              </a:rPr>
              <a:t>Assistant Professor</a:t>
            </a:r>
          </a:p>
          <a:p>
            <a:r>
              <a:rPr lang="en-US" sz="2800" b="1" dirty="0" err="1">
                <a:latin typeface="Times New Roman" pitchFamily="18" charset="0"/>
                <a:cs typeface="Times New Roman" pitchFamily="18" charset="0"/>
              </a:rPr>
              <a:t>Dept.of</a:t>
            </a:r>
            <a:r>
              <a:rPr lang="en-US" sz="2800" b="1" dirty="0">
                <a:latin typeface="Times New Roman" pitchFamily="18" charset="0"/>
                <a:cs typeface="Times New Roman" pitchFamily="18" charset="0"/>
              </a:rPr>
              <a:t> CSE(IOT)</a:t>
            </a:r>
          </a:p>
        </p:txBody>
      </p:sp>
      <p:sp>
        <p:nvSpPr>
          <p:cNvPr id="10" name="Rectangle 9"/>
          <p:cNvSpPr/>
          <p:nvPr/>
        </p:nvSpPr>
        <p:spPr>
          <a:xfrm>
            <a:off x="3321803" y="2169413"/>
            <a:ext cx="11644394" cy="1200329"/>
          </a:xfrm>
          <a:prstGeom prst="rect">
            <a:avLst/>
          </a:prstGeom>
        </p:spPr>
        <p:txBody>
          <a:bodyPr wrap="square">
            <a:spAutoFit/>
          </a:bodyPr>
          <a:lstStyle/>
          <a:p>
            <a:pPr algn="ctr"/>
            <a:r>
              <a:rPr lang="en-US" sz="3600" dirty="0">
                <a:latin typeface="Times New Roman" pitchFamily="18" charset="0"/>
                <a:cs typeface="Times New Roman" pitchFamily="18" charset="0"/>
              </a:rPr>
              <a:t> </a:t>
            </a:r>
            <a:r>
              <a:rPr lang="en-US" sz="3600" b="1" dirty="0">
                <a:latin typeface="Times New Roman" pitchFamily="18" charset="0"/>
                <a:cs typeface="Times New Roman" pitchFamily="18" charset="0"/>
              </a:rPr>
              <a:t>Department of Computer Science And </a:t>
            </a:r>
            <a:r>
              <a:rPr lang="en-IN" sz="3600" b="1" dirty="0">
                <a:latin typeface="Times New Roman" pitchFamily="18" charset="0"/>
                <a:cs typeface="Times New Roman" pitchFamily="18" charset="0"/>
              </a:rPr>
              <a:t>Engineering</a:t>
            </a:r>
            <a:endParaRPr lang="en-US" sz="3600" b="1" dirty="0">
              <a:latin typeface="Times New Roman" pitchFamily="18" charset="0"/>
              <a:cs typeface="Times New Roman" pitchFamily="18" charset="0"/>
            </a:endParaRPr>
          </a:p>
          <a:p>
            <a:pPr algn="ctr"/>
            <a:r>
              <a:rPr lang="en-US" sz="3600" b="1" dirty="0">
                <a:latin typeface="Times New Roman" pitchFamily="18" charset="0"/>
                <a:cs typeface="Times New Roman" pitchFamily="18" charset="0"/>
              </a:rPr>
              <a:t>(IOT , Cyber Security Including Block Chain)</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107621" y="664748"/>
            <a:ext cx="10072758" cy="1477328"/>
          </a:xfrm>
          <a:prstGeom prst="rect">
            <a:avLst/>
          </a:prstGeom>
          <a:noFill/>
        </p:spPr>
        <p:txBody>
          <a:bodyPr wrap="square" rtlCol="0">
            <a:spAutoFit/>
          </a:bodyPr>
          <a:lstStyle/>
          <a:p>
            <a:pPr algn="ctr"/>
            <a:r>
              <a:rPr lang="en-US" sz="9000" b="1" dirty="0">
                <a:latin typeface="Times New Roman" pitchFamily="18" charset="0"/>
                <a:cs typeface="Times New Roman" pitchFamily="18" charset="0"/>
              </a:rPr>
              <a:t>Table of contents</a:t>
            </a:r>
          </a:p>
        </p:txBody>
      </p:sp>
      <p:sp>
        <p:nvSpPr>
          <p:cNvPr id="10" name="TextBox 9"/>
          <p:cNvSpPr txBox="1"/>
          <p:nvPr/>
        </p:nvSpPr>
        <p:spPr>
          <a:xfrm>
            <a:off x="2951312" y="2983260"/>
            <a:ext cx="5643602" cy="5521704"/>
          </a:xfrm>
          <a:prstGeom prst="rect">
            <a:avLst/>
          </a:prstGeom>
          <a:noFill/>
        </p:spPr>
        <p:txBody>
          <a:bodyPr wrap="square" rtlCol="0">
            <a:spAutoFit/>
          </a:bodyPr>
          <a:lstStyle/>
          <a:p>
            <a:pPr marL="342900" indent="-342900">
              <a:lnSpc>
                <a:spcPct val="150000"/>
              </a:lnSpc>
              <a:buFont typeface="+mj-lt"/>
              <a:buAutoNum type="arabicPeriod"/>
            </a:pPr>
            <a:r>
              <a:rPr lang="en-US" sz="4000" spc="-30" dirty="0">
                <a:latin typeface="Times New Roman" panose="02020603050405020304" pitchFamily="18" charset="0"/>
                <a:cs typeface="Times New Roman" panose="02020603050405020304" pitchFamily="18" charset="0"/>
              </a:rPr>
              <a:t>  </a:t>
            </a:r>
            <a:r>
              <a:rPr lang="en-US" sz="3800" spc="-30" dirty="0">
                <a:latin typeface="Times New Roman" panose="02020603050405020304" pitchFamily="18" charset="0"/>
                <a:cs typeface="Times New Roman" panose="02020603050405020304" pitchFamily="18" charset="0"/>
              </a:rPr>
              <a:t>Abstract</a:t>
            </a:r>
            <a:endParaRPr lang="en-US" sz="3800" spc="-5" dirty="0">
              <a:latin typeface="Times New Roman" panose="02020603050405020304" pitchFamily="18" charset="0"/>
              <a:cs typeface="Times New Roman" panose="02020603050405020304" pitchFamily="18" charset="0"/>
            </a:endParaRPr>
          </a:p>
          <a:p>
            <a:pPr marL="342900" indent="-342900">
              <a:lnSpc>
                <a:spcPct val="150000"/>
              </a:lnSpc>
              <a:buFont typeface="+mj-lt"/>
              <a:buAutoNum type="arabicPeriod"/>
            </a:pPr>
            <a:r>
              <a:rPr lang="en-US" sz="3800" spc="-229" dirty="0">
                <a:latin typeface="Times New Roman" panose="02020603050405020304"/>
                <a:cs typeface="Times New Roman" panose="02020603050405020304"/>
              </a:rPr>
              <a:t>   Introduction</a:t>
            </a:r>
          </a:p>
          <a:p>
            <a:pPr marL="342900" indent="-342900">
              <a:lnSpc>
                <a:spcPct val="150000"/>
              </a:lnSpc>
              <a:buFont typeface="+mj-lt"/>
              <a:buAutoNum type="arabicPeriod"/>
            </a:pPr>
            <a:r>
              <a:rPr lang="en-US" sz="3800" spc="-229" dirty="0">
                <a:latin typeface="Times New Roman" panose="02020603050405020304"/>
                <a:cs typeface="Times New Roman" panose="02020603050405020304"/>
              </a:rPr>
              <a:t>   Problem Statement </a:t>
            </a:r>
            <a:endParaRPr lang="en-US" sz="3800" dirty="0">
              <a:latin typeface="Times New Roman" pitchFamily="18" charset="0"/>
              <a:cs typeface="Times New Roman" pitchFamily="18" charset="0"/>
            </a:endParaRPr>
          </a:p>
          <a:p>
            <a:pPr marL="342900" indent="-342900">
              <a:lnSpc>
                <a:spcPct val="150000"/>
              </a:lnSpc>
              <a:buFont typeface="+mj-lt"/>
              <a:buAutoNum type="arabicPeriod"/>
            </a:pPr>
            <a:r>
              <a:rPr lang="en-US" sz="3800" spc="-165" dirty="0">
                <a:latin typeface="Times New Roman" pitchFamily="18" charset="0"/>
                <a:cs typeface="Times New Roman" pitchFamily="18" charset="0"/>
              </a:rPr>
              <a:t>   </a:t>
            </a:r>
            <a:r>
              <a:rPr lang="en-US" sz="3800" spc="-165" dirty="0">
                <a:latin typeface="Times New Roman" panose="02020603050405020304"/>
                <a:cs typeface="Times New Roman" panose="02020603050405020304"/>
              </a:rPr>
              <a:t>Application</a:t>
            </a:r>
          </a:p>
          <a:p>
            <a:pPr marL="342900" indent="-342900">
              <a:lnSpc>
                <a:spcPct val="150000"/>
              </a:lnSpc>
              <a:buFont typeface="+mj-lt"/>
              <a:buAutoNum type="arabicPeriod"/>
            </a:pPr>
            <a:r>
              <a:rPr lang="en-US" sz="3800" spc="-165" dirty="0">
                <a:solidFill>
                  <a:prstClr val="black"/>
                </a:solidFill>
                <a:latin typeface="Times New Roman" panose="02020603050405020304"/>
                <a:cs typeface="Times New Roman" panose="02020603050405020304"/>
              </a:rPr>
              <a:t>   Methodology or Plan </a:t>
            </a:r>
          </a:p>
          <a:p>
            <a:pPr>
              <a:lnSpc>
                <a:spcPct val="150000"/>
              </a:lnSpc>
            </a:pPr>
            <a:endParaRPr lang="en-US" sz="4000" spc="-165" dirty="0">
              <a:latin typeface="Times New Roman" panose="02020603050405020304"/>
              <a:cs typeface="Times New Roman" panose="02020603050405020304"/>
            </a:endParaRPr>
          </a:p>
        </p:txBody>
      </p:sp>
      <p:sp>
        <p:nvSpPr>
          <p:cNvPr id="2" name="TextBox 1">
            <a:extLst>
              <a:ext uri="{FF2B5EF4-FFF2-40B4-BE49-F238E27FC236}">
                <a16:creationId xmlns:a16="http://schemas.microsoft.com/office/drawing/2014/main" id="{8D5195C0-EE29-E7B1-3A1B-B76E79DDA081}"/>
              </a:ext>
            </a:extLst>
          </p:cNvPr>
          <p:cNvSpPr txBox="1"/>
          <p:nvPr/>
        </p:nvSpPr>
        <p:spPr>
          <a:xfrm>
            <a:off x="11016208" y="2983260"/>
            <a:ext cx="5400600" cy="5093702"/>
          </a:xfrm>
          <a:prstGeom prst="rect">
            <a:avLst/>
          </a:prstGeom>
          <a:noFill/>
        </p:spPr>
        <p:txBody>
          <a:bodyPr wrap="square" rtlCol="0">
            <a:spAutoFit/>
          </a:bodyPr>
          <a:lstStyle/>
          <a:p>
            <a:pPr marL="742950" indent="-742950">
              <a:lnSpc>
                <a:spcPct val="150000"/>
              </a:lnSpc>
              <a:buAutoNum type="arabicPeriod" startAt="6"/>
            </a:pPr>
            <a:r>
              <a:rPr lang="en-US" sz="3800" spc="-165" dirty="0">
                <a:solidFill>
                  <a:prstClr val="black"/>
                </a:solidFill>
                <a:latin typeface="Times New Roman" panose="02020603050405020304"/>
                <a:cs typeface="Times New Roman" panose="02020603050405020304"/>
              </a:rPr>
              <a:t>Flow diagram</a:t>
            </a:r>
          </a:p>
          <a:p>
            <a:pPr marL="742950" indent="-742950">
              <a:lnSpc>
                <a:spcPct val="150000"/>
              </a:lnSpc>
              <a:buAutoNum type="arabicPeriod" startAt="6"/>
            </a:pPr>
            <a:r>
              <a:rPr lang="en-US" sz="3800" spc="-165" dirty="0">
                <a:solidFill>
                  <a:prstClr val="black"/>
                </a:solidFill>
                <a:latin typeface="Times New Roman" panose="02020603050405020304"/>
                <a:cs typeface="Times New Roman" panose="02020603050405020304"/>
              </a:rPr>
              <a:t>System Requirement</a:t>
            </a:r>
          </a:p>
          <a:p>
            <a:pPr marL="742950" indent="-742950">
              <a:lnSpc>
                <a:spcPct val="150000"/>
              </a:lnSpc>
              <a:buAutoNum type="arabicPeriod" startAt="6"/>
            </a:pPr>
            <a:r>
              <a:rPr lang="en-US" sz="3800" spc="-165" dirty="0">
                <a:solidFill>
                  <a:prstClr val="black"/>
                </a:solidFill>
                <a:latin typeface="Times New Roman" panose="02020603050405020304"/>
                <a:cs typeface="Times New Roman" panose="02020603050405020304"/>
              </a:rPr>
              <a:t>Reference </a:t>
            </a:r>
          </a:p>
          <a:p>
            <a:pPr marL="742950" indent="-742950">
              <a:lnSpc>
                <a:spcPct val="150000"/>
              </a:lnSpc>
              <a:buAutoNum type="arabicPeriod" startAt="6"/>
            </a:pPr>
            <a:r>
              <a:rPr lang="en-US" sz="3800" spc="-165" dirty="0">
                <a:solidFill>
                  <a:prstClr val="black"/>
                </a:solidFill>
                <a:latin typeface="Times New Roman" panose="02020603050405020304"/>
                <a:cs typeface="Times New Roman" panose="02020603050405020304"/>
              </a:rPr>
              <a:t>Conclusion</a:t>
            </a:r>
          </a:p>
          <a:p>
            <a:pPr marL="742950" indent="-742950">
              <a:lnSpc>
                <a:spcPct val="150000"/>
              </a:lnSpc>
              <a:buAutoNum type="arabicPeriod" startAt="6"/>
            </a:pPr>
            <a:endParaRPr lang="en-US" sz="3800" dirty="0"/>
          </a:p>
          <a:p>
            <a:endParaRPr lang="en-IN" sz="4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pic>
        <p:nvPicPr>
          <p:cNvPr id="2" name="object 2"/>
          <p:cNvPicPr/>
          <p:nvPr/>
        </p:nvPicPr>
        <p:blipFill>
          <a:blip r:embed="rId3" cstate="print"/>
          <a:stretch>
            <a:fillRect/>
          </a:stretch>
        </p:blipFill>
        <p:spPr>
          <a:xfrm>
            <a:off x="0" y="9651101"/>
            <a:ext cx="5791199" cy="635897"/>
          </a:xfrm>
          <a:prstGeom prst="rect">
            <a:avLst/>
          </a:prstGeom>
        </p:spPr>
      </p:pic>
      <p:sp>
        <p:nvSpPr>
          <p:cNvPr id="5" name="object 5"/>
          <p:cNvSpPr txBox="1"/>
          <p:nvPr/>
        </p:nvSpPr>
        <p:spPr>
          <a:xfrm>
            <a:off x="1367136" y="1111052"/>
            <a:ext cx="15337704" cy="9808775"/>
          </a:xfrm>
          <a:prstGeom prst="rect">
            <a:avLst/>
          </a:prstGeom>
        </p:spPr>
        <p:txBody>
          <a:bodyPr vert="horz" wrap="square" lIns="0" tIns="222250" rIns="0" bIns="0" rtlCol="0">
            <a:spAutoFit/>
          </a:bodyPr>
          <a:lstStyle/>
          <a:p>
            <a:pPr marL="571500" indent="-571500" algn="just">
              <a:lnSpc>
                <a:spcPct val="150000"/>
              </a:lnSpc>
              <a:buFont typeface="Arial" pitchFamily="34" charset="0"/>
              <a:buChar char="•"/>
            </a:pPr>
            <a:r>
              <a:rPr lang="en-US" altLang="en-US" sz="3800" dirty="0">
                <a:latin typeface="Times New Roman" panose="02020603050405020304" pitchFamily="18" charset="0"/>
                <a:cs typeface="Times New Roman" panose="02020603050405020304" pitchFamily="18" charset="0"/>
              </a:rPr>
              <a:t>Current garbage collection is inefficient, with trucks arriving randomly, causing bin overflows and traffic congestion.</a:t>
            </a:r>
          </a:p>
          <a:p>
            <a:pPr marL="571500" indent="-571500" algn="just">
              <a:lnSpc>
                <a:spcPct val="150000"/>
              </a:lnSpc>
              <a:buFont typeface="Arial" pitchFamily="34" charset="0"/>
              <a:buChar char="•"/>
            </a:pPr>
            <a:r>
              <a:rPr lang="en-US" altLang="en-US" sz="3800" dirty="0">
                <a:latin typeface="Times New Roman" panose="02020603050405020304" pitchFamily="18" charset="0"/>
                <a:cs typeface="Times New Roman" panose="02020603050405020304" pitchFamily="18" charset="0"/>
              </a:rPr>
              <a:t>Smart bins with sensors detect fill levels and send real-time data via the internet to a central system.</a:t>
            </a:r>
          </a:p>
          <a:p>
            <a:pPr marL="571500" indent="-571500" algn="just">
              <a:lnSpc>
                <a:spcPct val="150000"/>
              </a:lnSpc>
              <a:buFont typeface="Arial" pitchFamily="34" charset="0"/>
              <a:buChar char="•"/>
            </a:pPr>
            <a:r>
              <a:rPr lang="en-US" altLang="en-US" sz="3800" dirty="0">
                <a:latin typeface="Times New Roman" panose="02020603050405020304" pitchFamily="18" charset="0"/>
                <a:cs typeface="Times New Roman" panose="02020603050405020304" pitchFamily="18" charset="0"/>
              </a:rPr>
              <a:t>Central system monitors all bins and alerts the nearest truck when a bin is full, ensuring timely collection.</a:t>
            </a:r>
          </a:p>
          <a:p>
            <a:pPr marL="571500" indent="-571500" algn="just">
              <a:lnSpc>
                <a:spcPct val="150000"/>
              </a:lnSpc>
              <a:buFont typeface="Arial" pitchFamily="34" charset="0"/>
              <a:buChar char="•"/>
            </a:pPr>
            <a:r>
              <a:rPr lang="en-US" altLang="en-US" sz="3800" dirty="0">
                <a:latin typeface="Times New Roman" panose="02020603050405020304" pitchFamily="18" charset="0"/>
                <a:cs typeface="Times New Roman" panose="02020603050405020304" pitchFamily="18" charset="0"/>
              </a:rPr>
              <a:t>This optimizes collection routes, reduces unnecessary trips, and improves cleanliness and efficiency.</a:t>
            </a:r>
          </a:p>
          <a:p>
            <a:pPr marL="571500" indent="-571500" algn="just">
              <a:lnSpc>
                <a:spcPct val="150000"/>
              </a:lnSpc>
              <a:buFont typeface="Arial" pitchFamily="34" charset="0"/>
              <a:buChar char="•"/>
            </a:pPr>
            <a:r>
              <a:rPr lang="en-US" altLang="en-US" sz="3800" dirty="0">
                <a:latin typeface="Times New Roman" panose="02020603050405020304" pitchFamily="18" charset="0"/>
                <a:cs typeface="Times New Roman" panose="02020603050405020304" pitchFamily="18" charset="0"/>
              </a:rPr>
              <a:t>System uses low-cost tech like Arduino boards, Wi-Fi modules, and level sensors to enable smart waste management.</a:t>
            </a:r>
          </a:p>
          <a:p>
            <a:pPr marL="571500" indent="-571500" algn="just">
              <a:lnSpc>
                <a:spcPct val="150000"/>
              </a:lnSpc>
              <a:buFont typeface="Arial" pitchFamily="34" charset="0"/>
              <a:buChar char="•"/>
            </a:pPr>
            <a:endParaRPr lang="en-US" sz="4000" dirty="0">
              <a:latin typeface="Times New Roman" panose="02020603050405020304" pitchFamily="18" charset="0"/>
              <a:cs typeface="Times New Roman" panose="02020603050405020304" pitchFamily="18" charset="0"/>
            </a:endParaRPr>
          </a:p>
        </p:txBody>
      </p:sp>
      <p:sp>
        <p:nvSpPr>
          <p:cNvPr id="9" name="object 9"/>
          <p:cNvSpPr txBox="1"/>
          <p:nvPr/>
        </p:nvSpPr>
        <p:spPr>
          <a:xfrm>
            <a:off x="16971373" y="9663051"/>
            <a:ext cx="368300" cy="368300"/>
          </a:xfrm>
          <a:prstGeom prst="rect">
            <a:avLst/>
          </a:prstGeom>
        </p:spPr>
        <p:txBody>
          <a:bodyPr vert="horz" wrap="square" lIns="0" tIns="0" rIns="0" bIns="0" rtlCol="0">
            <a:spAutoFit/>
          </a:bodyPr>
          <a:lstStyle/>
          <a:p>
            <a:pPr marL="12700">
              <a:lnSpc>
                <a:spcPts val="2575"/>
              </a:lnSpc>
            </a:pPr>
            <a:r>
              <a:rPr sz="2700" dirty="0">
                <a:solidFill>
                  <a:srgbClr val="3C4645"/>
                </a:solidFill>
                <a:latin typeface="Times New Roman" panose="02020603050405020304"/>
                <a:cs typeface="Times New Roman" panose="02020603050405020304"/>
              </a:rPr>
              <a:t>01</a:t>
            </a:r>
            <a:endParaRPr sz="2700">
              <a:latin typeface="Times New Roman" panose="02020603050405020304"/>
              <a:cs typeface="Times New Roman" panose="02020603050405020304"/>
            </a:endParaRPr>
          </a:p>
        </p:txBody>
      </p:sp>
      <p:sp>
        <p:nvSpPr>
          <p:cNvPr id="11" name="TextBox 10"/>
          <p:cNvSpPr txBox="1"/>
          <p:nvPr/>
        </p:nvSpPr>
        <p:spPr>
          <a:xfrm>
            <a:off x="6767736" y="0"/>
            <a:ext cx="4752528" cy="1477328"/>
          </a:xfrm>
          <a:prstGeom prst="rect">
            <a:avLst/>
          </a:prstGeom>
          <a:noFill/>
        </p:spPr>
        <p:txBody>
          <a:bodyPr wrap="square" rtlCol="0">
            <a:spAutoFit/>
          </a:bodyPr>
          <a:lstStyle/>
          <a:p>
            <a:pPr algn="ctr"/>
            <a:r>
              <a:rPr lang="en-US" sz="9000" b="1" spc="-30" dirty="0">
                <a:latin typeface="Times New Roman" panose="02020603050405020304" pitchFamily="18" charset="0"/>
                <a:cs typeface="Times New Roman" panose="02020603050405020304" pitchFamily="18" charset="0"/>
              </a:rPr>
              <a:t>A</a:t>
            </a:r>
            <a:r>
              <a:rPr lang="en-US" sz="9000" b="1" spc="-509" dirty="0">
                <a:latin typeface="Times New Roman" panose="02020603050405020304" pitchFamily="18" charset="0"/>
                <a:cs typeface="Times New Roman" panose="02020603050405020304" pitchFamily="18" charset="0"/>
              </a:rPr>
              <a:t>b</a:t>
            </a:r>
            <a:r>
              <a:rPr lang="en-US" sz="9000" b="1" spc="-40" dirty="0">
                <a:latin typeface="Times New Roman" panose="02020603050405020304" pitchFamily="18" charset="0"/>
                <a:cs typeface="Times New Roman" panose="02020603050405020304" pitchFamily="18" charset="0"/>
              </a:rPr>
              <a:t>s</a:t>
            </a:r>
            <a:r>
              <a:rPr lang="en-US" sz="9000" b="1" spc="-5" dirty="0">
                <a:latin typeface="Times New Roman" panose="02020603050405020304" pitchFamily="18" charset="0"/>
                <a:cs typeface="Times New Roman" panose="02020603050405020304" pitchFamily="18" charset="0"/>
              </a:rPr>
              <a:t>t</a:t>
            </a:r>
            <a:r>
              <a:rPr lang="en-US" sz="9000" b="1" spc="-530" dirty="0">
                <a:latin typeface="Times New Roman" panose="02020603050405020304" pitchFamily="18" charset="0"/>
                <a:cs typeface="Times New Roman" panose="02020603050405020304" pitchFamily="18" charset="0"/>
              </a:rPr>
              <a:t>ra</a:t>
            </a:r>
            <a:r>
              <a:rPr lang="en-US" sz="9000" b="1" spc="-55" dirty="0">
                <a:latin typeface="Times New Roman" panose="02020603050405020304" pitchFamily="18" charset="0"/>
                <a:cs typeface="Times New Roman" panose="02020603050405020304" pitchFamily="18" charset="0"/>
              </a:rPr>
              <a:t>c</a:t>
            </a:r>
            <a:r>
              <a:rPr lang="en-US" sz="9000" b="1" spc="-5" dirty="0">
                <a:latin typeface="Times New Roman" panose="02020603050405020304" pitchFamily="18" charset="0"/>
                <a:cs typeface="Times New Roman" panose="02020603050405020304" pitchFamily="18" charset="0"/>
              </a:rPr>
              <a:t>t</a:t>
            </a:r>
            <a:endParaRPr lang="en-US" sz="9000" dirty="0">
              <a:latin typeface="Times New Roman" pitchFamily="18" charset="0"/>
              <a:cs typeface="Times New Roman"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719064" y="1183060"/>
            <a:ext cx="15866091" cy="9555949"/>
          </a:xfrm>
          <a:prstGeom prst="rect">
            <a:avLst/>
          </a:prstGeom>
        </p:spPr>
        <p:txBody>
          <a:bodyPr vert="horz" wrap="square" lIns="0" tIns="12065" rIns="0" bIns="0" rtlCol="0">
            <a:spAutoFit/>
          </a:bodyPr>
          <a:lstStyle/>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Rapid urban growth has made waste management a major challenge, leading to pollution, health risks, and environmental degradation.</a:t>
            </a:r>
          </a:p>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Traditional collection systems are inefficient.</a:t>
            </a:r>
          </a:p>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IoT-based smart systems enable real-time monitoring of garbage levels, preventing bin overflow and enabling timely collection.</a:t>
            </a:r>
          </a:p>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These systems use sensors and communication tech to automate waste tracking and promote cleaner, sustainable cities.</a:t>
            </a:r>
          </a:p>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It can first be implemented at the local level and later scaled up to cover entire cities.</a:t>
            </a:r>
          </a:p>
          <a:p>
            <a:pPr marL="571500" indent="-571500">
              <a:lnSpc>
                <a:spcPct val="150000"/>
              </a:lnSpc>
              <a:buFont typeface="Arial" panose="020B0604020202020204" pitchFamily="34" charset="0"/>
              <a:buChar char="•"/>
            </a:pPr>
            <a:r>
              <a:rPr lang="en-US" altLang="en-US" sz="3800" dirty="0">
                <a:latin typeface="Times New Roman" panose="02020603050405020304" pitchFamily="18" charset="0"/>
                <a:cs typeface="Times New Roman" panose="02020603050405020304" pitchFamily="18" charset="0"/>
              </a:rPr>
              <a:t>Future scope: Connect with mobile apps for bin status and quick collection.</a:t>
            </a:r>
          </a:p>
          <a:p>
            <a:pPr marL="571500" indent="-571500">
              <a:lnSpc>
                <a:spcPct val="150000"/>
              </a:lnSpc>
              <a:buFont typeface="Arial" panose="020B0604020202020204" pitchFamily="34" charset="0"/>
              <a:buChar char="•"/>
            </a:pPr>
            <a:endParaRPr lang="en-US" altLang="en-US" sz="3800" dirty="0">
              <a:latin typeface="Times New Roman" panose="02020603050405020304" pitchFamily="18" charset="0"/>
              <a:cs typeface="Times New Roman" panose="02020603050405020304" pitchFamily="18" charset="0"/>
            </a:endParaRPr>
          </a:p>
        </p:txBody>
      </p:sp>
      <p:sp>
        <p:nvSpPr>
          <p:cNvPr id="11" name="object 11"/>
          <p:cNvSpPr txBox="1"/>
          <p:nvPr/>
        </p:nvSpPr>
        <p:spPr>
          <a:xfrm>
            <a:off x="16971373" y="9663052"/>
            <a:ext cx="368300" cy="368300"/>
          </a:xfrm>
          <a:prstGeom prst="rect">
            <a:avLst/>
          </a:prstGeom>
        </p:spPr>
        <p:txBody>
          <a:bodyPr vert="horz" wrap="square" lIns="0" tIns="0" rIns="0" bIns="0" rtlCol="0">
            <a:spAutoFit/>
          </a:bodyPr>
          <a:lstStyle/>
          <a:p>
            <a:pPr marL="12700">
              <a:lnSpc>
                <a:spcPts val="2575"/>
              </a:lnSpc>
            </a:pPr>
            <a:r>
              <a:rPr sz="2700" dirty="0">
                <a:solidFill>
                  <a:srgbClr val="3C4645"/>
                </a:solidFill>
                <a:latin typeface="Times New Roman" panose="02020603050405020304"/>
                <a:cs typeface="Times New Roman" panose="02020603050405020304"/>
              </a:rPr>
              <a:t>02</a:t>
            </a:r>
            <a:endParaRPr sz="2700" dirty="0">
              <a:latin typeface="Times New Roman" panose="02020603050405020304"/>
              <a:cs typeface="Times New Roman" panose="02020603050405020304"/>
            </a:endParaRPr>
          </a:p>
        </p:txBody>
      </p:sp>
      <p:sp>
        <p:nvSpPr>
          <p:cNvPr id="7" name="TextBox 6"/>
          <p:cNvSpPr txBox="1"/>
          <p:nvPr/>
        </p:nvSpPr>
        <p:spPr>
          <a:xfrm>
            <a:off x="5903557" y="0"/>
            <a:ext cx="6480885" cy="1477328"/>
          </a:xfrm>
          <a:prstGeom prst="rect">
            <a:avLst/>
          </a:prstGeom>
          <a:noFill/>
        </p:spPr>
        <p:txBody>
          <a:bodyPr wrap="square" rtlCol="0">
            <a:spAutoFit/>
          </a:bodyPr>
          <a:lstStyle/>
          <a:p>
            <a:pPr algn="ctr"/>
            <a:r>
              <a:rPr lang="en-US" sz="9000" b="1" spc="-229" dirty="0">
                <a:latin typeface="Times New Roman" panose="02020603050405020304"/>
                <a:cs typeface="Times New Roman" panose="02020603050405020304"/>
              </a:rPr>
              <a:t>Introduction</a:t>
            </a:r>
            <a:endParaRPr lang="en-US" sz="9000" dirty="0">
              <a:latin typeface="Times New Roman" pitchFamily="18" charset="0"/>
              <a:cs typeface="Times New Roman"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175448" y="479550"/>
            <a:ext cx="10729192" cy="1988345"/>
          </a:xfrm>
        </p:spPr>
        <p:txBody>
          <a:bodyPr>
            <a:noAutofit/>
          </a:bodyPr>
          <a:lstStyle/>
          <a:p>
            <a:pPr algn="just"/>
            <a:r>
              <a:rPr lang="en-US" sz="9000" b="1" dirty="0">
                <a:latin typeface="Times New Roman" panose="02020603050405020304" pitchFamily="18" charset="0"/>
                <a:cs typeface="Times New Roman" panose="02020603050405020304" pitchFamily="18" charset="0"/>
              </a:rPr>
              <a:t>Problem</a:t>
            </a:r>
            <a:r>
              <a:rPr lang="en-US" sz="9000" b="1" dirty="0"/>
              <a:t> </a:t>
            </a:r>
            <a:r>
              <a:rPr lang="en-US" sz="9000" b="1" dirty="0">
                <a:latin typeface="Times New Roman" panose="02020603050405020304" pitchFamily="18" charset="0"/>
                <a:cs typeface="Times New Roman" panose="02020603050405020304" pitchFamily="18" charset="0"/>
              </a:rPr>
              <a:t>Statement</a:t>
            </a:r>
            <a:r>
              <a:rPr lang="en-US" sz="9000" b="1" dirty="0"/>
              <a:t> </a:t>
            </a:r>
            <a:endParaRPr lang="en-IN" sz="9000" b="1" dirty="0"/>
          </a:p>
        </p:txBody>
      </p:sp>
      <p:sp>
        <p:nvSpPr>
          <p:cNvPr id="3" name="Content Placeholder 2"/>
          <p:cNvSpPr>
            <a:spLocks noGrp="1"/>
          </p:cNvSpPr>
          <p:nvPr>
            <p:ph idx="1"/>
          </p:nvPr>
        </p:nvSpPr>
        <p:spPr>
          <a:xfrm>
            <a:off x="503040" y="2467896"/>
            <a:ext cx="17209912" cy="6682332"/>
          </a:xfrm>
        </p:spPr>
        <p:txBody>
          <a:bodyPr>
            <a:normAutofit/>
          </a:bodyPr>
          <a:lstStyle/>
          <a:p>
            <a:pPr algn="just">
              <a:lnSpc>
                <a:spcPct val="150000"/>
              </a:lnSpc>
            </a:pPr>
            <a:r>
              <a:rPr lang="en-US" altLang="en-US" sz="4600" dirty="0">
                <a:latin typeface="Times New Roman" panose="02020603050405020304" pitchFamily="18" charset="0"/>
                <a:cs typeface="Times New Roman" panose="02020603050405020304" pitchFamily="18" charset="0"/>
              </a:rPr>
              <a:t>Rapid urban growth is increasing the volume of waste in cities.</a:t>
            </a:r>
          </a:p>
          <a:p>
            <a:pPr algn="just"/>
            <a:r>
              <a:rPr lang="en-US" altLang="en-US" sz="4600" dirty="0">
                <a:latin typeface="Times New Roman" panose="02020603050405020304" pitchFamily="18" charset="0"/>
                <a:cs typeface="Times New Roman" panose="02020603050405020304" pitchFamily="18" charset="0"/>
              </a:rPr>
              <a:t>Traditional garbage collection systems are inefficient and outdated.</a:t>
            </a:r>
          </a:p>
          <a:p>
            <a:pPr algn="just"/>
            <a:r>
              <a:rPr lang="en-US" altLang="en-US" sz="4600" dirty="0">
                <a:latin typeface="Times New Roman" panose="02020603050405020304" pitchFamily="18" charset="0"/>
                <a:cs typeface="Times New Roman" panose="02020603050405020304" pitchFamily="18" charset="0"/>
              </a:rPr>
              <a:t>Bins often overflow due to irregular collection schedules.</a:t>
            </a:r>
          </a:p>
          <a:p>
            <a:pPr algn="just"/>
            <a:r>
              <a:rPr lang="en-US" altLang="en-US" sz="4600" dirty="0">
                <a:latin typeface="Times New Roman" panose="02020603050405020304" pitchFamily="18" charset="0"/>
                <a:cs typeface="Times New Roman" panose="02020603050405020304" pitchFamily="18" charset="0"/>
              </a:rPr>
              <a:t>Overflowing waste causes health hazards, pollution, and traffic issues.</a:t>
            </a:r>
          </a:p>
          <a:p>
            <a:pPr algn="just"/>
            <a:r>
              <a:rPr lang="en-US" altLang="en-US" sz="4600" dirty="0">
                <a:latin typeface="Times New Roman" panose="02020603050405020304" pitchFamily="18" charset="0"/>
                <a:cs typeface="Times New Roman" panose="02020603050405020304" pitchFamily="18" charset="0"/>
              </a:rPr>
              <a:t>Static truck routes lead to fuel waste and unnecessary trips.</a:t>
            </a:r>
          </a:p>
          <a:p>
            <a:pPr algn="just"/>
            <a:r>
              <a:rPr lang="en-US" altLang="en-US" sz="4600" dirty="0">
                <a:latin typeface="Times New Roman" panose="02020603050405020304" pitchFamily="18" charset="0"/>
                <a:cs typeface="Times New Roman" panose="02020603050405020304" pitchFamily="18" charset="0"/>
              </a:rPr>
              <a:t>Lack of real-time monitoring limits timely interventions.</a:t>
            </a:r>
          </a:p>
          <a:p>
            <a:pPr algn="just"/>
            <a:r>
              <a:rPr lang="en-US" altLang="en-US" sz="4600" dirty="0">
                <a:latin typeface="Times New Roman" panose="02020603050405020304" pitchFamily="18" charset="0"/>
                <a:cs typeface="Times New Roman" panose="02020603050405020304" pitchFamily="18" charset="0"/>
              </a:rPr>
              <a:t>Inequitable access to waste services reduces public satisfaction.</a:t>
            </a:r>
          </a:p>
        </p:txBody>
      </p:sp>
      <p:sp>
        <p:nvSpPr>
          <p:cNvPr id="7" name="TextBox 6">
            <a:extLst>
              <a:ext uri="{FF2B5EF4-FFF2-40B4-BE49-F238E27FC236}">
                <a16:creationId xmlns:a16="http://schemas.microsoft.com/office/drawing/2014/main" id="{B3CB9A83-D987-EC64-B7B6-7848778FC111}"/>
              </a:ext>
            </a:extLst>
          </p:cNvPr>
          <p:cNvSpPr txBox="1"/>
          <p:nvPr/>
        </p:nvSpPr>
        <p:spPr>
          <a:xfrm>
            <a:off x="16920864" y="9535988"/>
            <a:ext cx="576064" cy="507831"/>
          </a:xfrm>
          <a:prstGeom prst="rect">
            <a:avLst/>
          </a:prstGeom>
          <a:noFill/>
        </p:spPr>
        <p:txBody>
          <a:bodyPr wrap="square" rtlCol="0">
            <a:spAutoFit/>
          </a:bodyPr>
          <a:lstStyle/>
          <a:p>
            <a:r>
              <a:rPr lang="en-IN" sz="2700" dirty="0">
                <a:latin typeface="Times New Roman" panose="02020603050405020304" pitchFamily="18" charset="0"/>
                <a:cs typeface="Times New Roman" panose="02020603050405020304" pitchFamily="18" charset="0"/>
              </a:rPr>
              <a:t>03</a:t>
            </a:r>
          </a:p>
        </p:txBody>
      </p:sp>
    </p:spTree>
    <p:extLst>
      <p:ext uri="{BB962C8B-B14F-4D97-AF65-F5344CB8AC3E}">
        <p14:creationId xmlns:p14="http://schemas.microsoft.com/office/powerpoint/2010/main" val="72234864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a:spLocks noGrp="1"/>
          </p:cNvSpPr>
          <p:nvPr>
            <p:ph idx="1"/>
          </p:nvPr>
        </p:nvSpPr>
        <p:spPr>
          <a:xfrm>
            <a:off x="359024" y="714344"/>
            <a:ext cx="17928976" cy="9390063"/>
          </a:xfrm>
          <a:prstGeom prst="rect">
            <a:avLst/>
          </a:prstGeom>
        </p:spPr>
        <p:txBody>
          <a:bodyPr vert="horz" wrap="square" lIns="0" tIns="737227" rIns="0" bIns="0" rtlCol="0">
            <a:spAutoFit/>
          </a:bodyPr>
          <a:lstStyle/>
          <a:p>
            <a:pPr marL="0" indent="0">
              <a:lnSpc>
                <a:spcPct val="150000"/>
              </a:lnSpc>
              <a:buNone/>
            </a:pPr>
            <a:endParaRPr lang="en-US" dirty="0"/>
          </a:p>
          <a:p>
            <a:pPr marL="571500" indent="-571500">
              <a:lnSpc>
                <a:spcPct val="150000"/>
              </a:lnSpc>
            </a:pPr>
            <a:r>
              <a:rPr lang="en-US" sz="4400" dirty="0"/>
              <a:t>Urban wards and smart-city zones for timely pickups and cleaner streets through real-time bin monitoring and routing.</a:t>
            </a:r>
          </a:p>
          <a:p>
            <a:pPr marL="571500" indent="-571500">
              <a:lnSpc>
                <a:spcPct val="150000"/>
              </a:lnSpc>
            </a:pPr>
            <a:r>
              <a:rPr lang="en-US" sz="4400" dirty="0"/>
              <a:t>Commercial markets and public hotspots to prevent overflow, reduce litter, and cut traffic disruptions from unplanned collections.</a:t>
            </a:r>
          </a:p>
          <a:p>
            <a:pPr marL="571500" indent="-571500">
              <a:lnSpc>
                <a:spcPct val="150000"/>
              </a:lnSpc>
            </a:pPr>
            <a:r>
              <a:rPr lang="en-US" sz="4400" dirty="0"/>
              <a:t>Campuses and residential neighborhoods to deter illegal dumping and improve on-time, efficient waste collection.</a:t>
            </a:r>
            <a:endParaRPr lang="en-US" sz="4400" dirty="0">
              <a:latin typeface="Times New Roman" panose="02020603050405020304" pitchFamily="18" charset="0"/>
              <a:cs typeface="Times New Roman" panose="02020603050405020304" pitchFamily="18" charset="0"/>
            </a:endParaRPr>
          </a:p>
          <a:p>
            <a:pPr marL="571500" indent="-571500">
              <a:lnSpc>
                <a:spcPct val="150000"/>
              </a:lnSpc>
              <a:buFont typeface="Arial" panose="020B0604020202020204" pitchFamily="34" charset="0"/>
              <a:buChar char="•"/>
            </a:pPr>
            <a:endParaRPr lang="en-US" sz="4000" dirty="0">
              <a:latin typeface="Times New Roman" panose="02020603050405020304" pitchFamily="18" charset="0"/>
              <a:cs typeface="Times New Roman" panose="02020603050405020304" pitchFamily="18" charset="0"/>
            </a:endParaRPr>
          </a:p>
        </p:txBody>
      </p:sp>
      <p:sp>
        <p:nvSpPr>
          <p:cNvPr id="7" name="object 7"/>
          <p:cNvSpPr txBox="1"/>
          <p:nvPr/>
        </p:nvSpPr>
        <p:spPr>
          <a:xfrm>
            <a:off x="16971373" y="9663052"/>
            <a:ext cx="368300" cy="333425"/>
          </a:xfrm>
          <a:prstGeom prst="rect">
            <a:avLst/>
          </a:prstGeom>
        </p:spPr>
        <p:txBody>
          <a:bodyPr vert="horz" wrap="square" lIns="0" tIns="0" rIns="0" bIns="0" rtlCol="0">
            <a:spAutoFit/>
          </a:bodyPr>
          <a:lstStyle/>
          <a:p>
            <a:pPr marL="12700">
              <a:lnSpc>
                <a:spcPts val="2575"/>
              </a:lnSpc>
            </a:pPr>
            <a:r>
              <a:rPr lang="en-IN" sz="2700" dirty="0">
                <a:solidFill>
                  <a:srgbClr val="3C4645"/>
                </a:solidFill>
                <a:latin typeface="Times New Roman" panose="02020603050405020304"/>
                <a:cs typeface="Times New Roman" panose="02020603050405020304"/>
              </a:rPr>
              <a:t>04</a:t>
            </a:r>
            <a:endParaRPr sz="2700" dirty="0">
              <a:latin typeface="Times New Roman" panose="02020603050405020304"/>
              <a:cs typeface="Times New Roman" panose="02020603050405020304"/>
            </a:endParaRPr>
          </a:p>
        </p:txBody>
      </p:sp>
      <p:sp>
        <p:nvSpPr>
          <p:cNvPr id="9" name="TextBox 8"/>
          <p:cNvSpPr txBox="1"/>
          <p:nvPr/>
        </p:nvSpPr>
        <p:spPr>
          <a:xfrm>
            <a:off x="6282640" y="718907"/>
            <a:ext cx="5722720" cy="1477328"/>
          </a:xfrm>
          <a:prstGeom prst="rect">
            <a:avLst/>
          </a:prstGeom>
          <a:noFill/>
        </p:spPr>
        <p:txBody>
          <a:bodyPr wrap="none" rtlCol="0">
            <a:spAutoFit/>
          </a:bodyPr>
          <a:lstStyle/>
          <a:p>
            <a:pPr algn="ctr"/>
            <a:r>
              <a:rPr lang="en-US" sz="9000" b="1" spc="-165" dirty="0">
                <a:latin typeface="Times New Roman" panose="02020603050405020304"/>
                <a:cs typeface="Times New Roman" panose="02020603050405020304"/>
              </a:rPr>
              <a:t>Application</a:t>
            </a:r>
            <a:endParaRPr lang="en-US" sz="9000" dirty="0">
              <a:latin typeface="Times New Roman" pitchFamily="18" charset="0"/>
              <a:cs typeface="Times New Roman"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1" name="object 11"/>
          <p:cNvSpPr txBox="1">
            <a:spLocks noGrp="1"/>
          </p:cNvSpPr>
          <p:nvPr>
            <p:ph type="sldNum" sz="quarter" idx="12"/>
          </p:nvPr>
        </p:nvSpPr>
        <p:spPr>
          <a:xfrm>
            <a:off x="16945973" y="9659045"/>
            <a:ext cx="419100" cy="341440"/>
          </a:xfrm>
          <a:prstGeom prst="rect">
            <a:avLst/>
          </a:prstGeom>
        </p:spPr>
        <p:txBody>
          <a:bodyPr vert="horz" wrap="square" lIns="0" tIns="0" rIns="0" bIns="0" rtlCol="0">
            <a:spAutoFit/>
          </a:bodyPr>
          <a:lstStyle/>
          <a:p>
            <a:pPr marL="38100">
              <a:lnSpc>
                <a:spcPts val="2575"/>
              </a:lnSpc>
            </a:pPr>
            <a:r>
              <a:rPr sz="2700" dirty="0">
                <a:solidFill>
                  <a:schemeClr val="tx1"/>
                </a:solidFill>
                <a:latin typeface="Times New Roman" panose="02020603050405020304" pitchFamily="18" charset="0"/>
                <a:cs typeface="Times New Roman" panose="02020603050405020304" pitchFamily="18" charset="0"/>
              </a:rPr>
              <a:t>0</a:t>
            </a:r>
            <a:r>
              <a:rPr lang="en-US" sz="2700" dirty="0">
                <a:solidFill>
                  <a:schemeClr val="tx1"/>
                </a:solidFill>
                <a:latin typeface="Times New Roman" panose="02020603050405020304" pitchFamily="18" charset="0"/>
                <a:cs typeface="Times New Roman" panose="02020603050405020304" pitchFamily="18" charset="0"/>
              </a:rPr>
              <a:t>5</a:t>
            </a:r>
            <a:endParaRPr sz="2700" dirty="0">
              <a:solidFill>
                <a:schemeClr val="tx1"/>
              </a:solidFill>
              <a:latin typeface="Times New Roman" panose="02020603050405020304" pitchFamily="18" charset="0"/>
              <a:cs typeface="Times New Roman" panose="02020603050405020304" pitchFamily="18" charset="0"/>
            </a:endParaRPr>
          </a:p>
        </p:txBody>
      </p:sp>
      <p:sp>
        <p:nvSpPr>
          <p:cNvPr id="14" name="TextBox 13"/>
          <p:cNvSpPr txBox="1"/>
          <p:nvPr/>
        </p:nvSpPr>
        <p:spPr>
          <a:xfrm>
            <a:off x="431032" y="2285980"/>
            <a:ext cx="15849600" cy="7357335"/>
          </a:xfrm>
          <a:prstGeom prst="rect">
            <a:avLst/>
          </a:prstGeom>
          <a:noFill/>
        </p:spPr>
        <p:txBody>
          <a:bodyPr wrap="square" rtlCol="0">
            <a:spAutoFit/>
          </a:bodyPr>
          <a:lstStyle/>
          <a:p>
            <a:endParaRPr lang="en-US" dirty="0"/>
          </a:p>
          <a:p>
            <a:pPr marL="571500" indent="-571500" algn="just">
              <a:lnSpc>
                <a:spcPct val="150000"/>
              </a:lnSpc>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 Sensors in bins check fill level and sends data online.</a:t>
            </a:r>
          </a:p>
          <a:p>
            <a:pPr marL="571500" indent="-571500" algn="just">
              <a:lnSpc>
                <a:spcPct val="150000"/>
              </a:lnSpc>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A cloud watches all bins and sets rules like warning at ~70% and full at ~90%.</a:t>
            </a:r>
          </a:p>
          <a:p>
            <a:pPr marL="571500" indent="-571500" algn="just">
              <a:lnSpc>
                <a:spcPct val="150000"/>
              </a:lnSpc>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When full , the system creates a pickup task and alerts the nearest truck with route details.</a:t>
            </a:r>
          </a:p>
          <a:p>
            <a:pPr marL="571500" indent="-571500" algn="just">
              <a:lnSpc>
                <a:spcPct val="150000"/>
              </a:lnSpc>
              <a:buFont typeface="Arial" panose="020B0604020202020204" pitchFamily="34" charset="0"/>
              <a:buChar char="•"/>
            </a:pPr>
            <a:r>
              <a:rPr lang="en-US" sz="4400" dirty="0">
                <a:latin typeface="Times New Roman" panose="02020603050405020304" pitchFamily="18" charset="0"/>
                <a:cs typeface="Times New Roman" panose="02020603050405020304" pitchFamily="18" charset="0"/>
              </a:rPr>
              <a:t>After collection , bin status is verified the task is closed or re-alerted if still full.</a:t>
            </a:r>
          </a:p>
        </p:txBody>
      </p:sp>
      <p:sp>
        <p:nvSpPr>
          <p:cNvPr id="7" name="TextBox 6"/>
          <p:cNvSpPr txBox="1"/>
          <p:nvPr/>
        </p:nvSpPr>
        <p:spPr>
          <a:xfrm>
            <a:off x="5938058" y="643685"/>
            <a:ext cx="6411883" cy="1477328"/>
          </a:xfrm>
          <a:prstGeom prst="rect">
            <a:avLst/>
          </a:prstGeom>
          <a:noFill/>
        </p:spPr>
        <p:txBody>
          <a:bodyPr wrap="none" rtlCol="0">
            <a:spAutoFit/>
          </a:bodyPr>
          <a:lstStyle/>
          <a:p>
            <a:pPr algn="ctr"/>
            <a:r>
              <a:rPr lang="en-US" sz="9000" b="1" spc="415" dirty="0">
                <a:latin typeface="Times New Roman" panose="02020603050405020304"/>
                <a:cs typeface="Times New Roman" panose="02020603050405020304"/>
              </a:rPr>
              <a:t>M</a:t>
            </a:r>
            <a:r>
              <a:rPr lang="en-US" sz="9000" b="1" spc="-55" dirty="0">
                <a:latin typeface="Times New Roman" panose="02020603050405020304"/>
                <a:cs typeface="Times New Roman" panose="02020603050405020304"/>
              </a:rPr>
              <a:t>e</a:t>
            </a:r>
            <a:r>
              <a:rPr lang="en-US" sz="9000" b="1" spc="-5" dirty="0">
                <a:latin typeface="Times New Roman" panose="02020603050405020304"/>
                <a:cs typeface="Times New Roman" panose="02020603050405020304"/>
              </a:rPr>
              <a:t>t</a:t>
            </a:r>
            <a:r>
              <a:rPr lang="en-US" sz="9000" b="1" spc="-509" dirty="0">
                <a:latin typeface="Times New Roman" panose="02020603050405020304"/>
                <a:cs typeface="Times New Roman" panose="02020603050405020304"/>
              </a:rPr>
              <a:t>hodo</a:t>
            </a:r>
            <a:r>
              <a:rPr lang="en-US" sz="9000" b="1" spc="-65" dirty="0">
                <a:latin typeface="Times New Roman" panose="02020603050405020304"/>
                <a:cs typeface="Times New Roman" panose="02020603050405020304"/>
              </a:rPr>
              <a:t>logy</a:t>
            </a:r>
            <a:endParaRPr lang="en-US" sz="9000" dirty="0">
              <a:latin typeface="Times New Roman" pitchFamily="18" charset="0"/>
              <a:cs typeface="Times New Roman"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54" name="Arrow: Right 53">
            <a:extLst>
              <a:ext uri="{FF2B5EF4-FFF2-40B4-BE49-F238E27FC236}">
                <a16:creationId xmlns:a16="http://schemas.microsoft.com/office/drawing/2014/main" id="{BF4B5DA7-E906-DDB1-DA52-CCC4A5010A17}"/>
              </a:ext>
            </a:extLst>
          </p:cNvPr>
          <p:cNvSpPr/>
          <p:nvPr/>
        </p:nvSpPr>
        <p:spPr>
          <a:xfrm rot="5400000">
            <a:off x="8116623" y="7087278"/>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pic>
        <p:nvPicPr>
          <p:cNvPr id="6" name="object 6"/>
          <p:cNvPicPr/>
          <p:nvPr/>
        </p:nvPicPr>
        <p:blipFill>
          <a:blip r:embed="rId2" cstate="print"/>
          <a:stretch>
            <a:fillRect/>
          </a:stretch>
        </p:blipFill>
        <p:spPr>
          <a:xfrm>
            <a:off x="16660995" y="529308"/>
            <a:ext cx="1627003" cy="3072742"/>
          </a:xfrm>
          <a:prstGeom prst="rect">
            <a:avLst/>
          </a:prstGeom>
        </p:spPr>
      </p:pic>
      <p:sp>
        <p:nvSpPr>
          <p:cNvPr id="16" name="object 16"/>
          <p:cNvSpPr txBox="1">
            <a:spLocks noGrp="1"/>
          </p:cNvSpPr>
          <p:nvPr>
            <p:ph type="sldNum" sz="quarter" idx="12"/>
          </p:nvPr>
        </p:nvSpPr>
        <p:spPr>
          <a:xfrm>
            <a:off x="17264946" y="9792930"/>
            <a:ext cx="419100" cy="341440"/>
          </a:xfrm>
          <a:prstGeom prst="rect">
            <a:avLst/>
          </a:prstGeom>
        </p:spPr>
        <p:txBody>
          <a:bodyPr vert="horz" wrap="square" lIns="0" tIns="0" rIns="0" bIns="0" rtlCol="0">
            <a:spAutoFit/>
          </a:bodyPr>
          <a:lstStyle/>
          <a:p>
            <a:pPr marL="38100">
              <a:lnSpc>
                <a:spcPts val="2575"/>
              </a:lnSpc>
            </a:pPr>
            <a:r>
              <a:rPr lang="en-IN" sz="2700" dirty="0">
                <a:solidFill>
                  <a:schemeClr val="tx1">
                    <a:lumMod val="95000"/>
                    <a:lumOff val="5000"/>
                  </a:schemeClr>
                </a:solidFill>
                <a:latin typeface="Times New Roman" panose="02020603050405020304" pitchFamily="18" charset="0"/>
                <a:cs typeface="Times New Roman" panose="02020603050405020304" pitchFamily="18" charset="0"/>
              </a:rPr>
              <a:t>06</a:t>
            </a:r>
            <a:endParaRPr sz="2700"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3" name="TextBox 12"/>
          <p:cNvSpPr txBox="1"/>
          <p:nvPr/>
        </p:nvSpPr>
        <p:spPr>
          <a:xfrm>
            <a:off x="5327576" y="-251070"/>
            <a:ext cx="6470490" cy="1477328"/>
          </a:xfrm>
          <a:prstGeom prst="rect">
            <a:avLst/>
          </a:prstGeom>
          <a:noFill/>
        </p:spPr>
        <p:txBody>
          <a:bodyPr wrap="none" rtlCol="0">
            <a:spAutoFit/>
          </a:bodyPr>
          <a:lstStyle/>
          <a:p>
            <a:pPr algn="ctr"/>
            <a:r>
              <a:rPr lang="en-US" sz="9000" b="1" spc="-40" dirty="0">
                <a:latin typeface="Times New Roman" panose="02020603050405020304"/>
                <a:cs typeface="Times New Roman" panose="02020603050405020304"/>
              </a:rPr>
              <a:t>Flow	</a:t>
            </a:r>
            <a:r>
              <a:rPr lang="en-US" sz="9000" b="1" spc="-509" dirty="0">
                <a:latin typeface="Times New Roman" panose="02020603050405020304"/>
                <a:cs typeface="Times New Roman" panose="02020603050405020304"/>
              </a:rPr>
              <a:t>d</a:t>
            </a:r>
            <a:r>
              <a:rPr lang="en-US" sz="9000" b="1" spc="-65" dirty="0">
                <a:latin typeface="Times New Roman" panose="02020603050405020304"/>
                <a:cs typeface="Times New Roman" panose="02020603050405020304"/>
              </a:rPr>
              <a:t>iag</a:t>
            </a:r>
            <a:r>
              <a:rPr lang="en-US" sz="9000" b="1" spc="-530" dirty="0">
                <a:latin typeface="Times New Roman" panose="02020603050405020304"/>
                <a:cs typeface="Times New Roman" panose="02020603050405020304"/>
              </a:rPr>
              <a:t>ra</a:t>
            </a:r>
            <a:r>
              <a:rPr lang="en-US" sz="9000" b="1" spc="-560" dirty="0">
                <a:latin typeface="Times New Roman" panose="02020603050405020304"/>
                <a:cs typeface="Times New Roman" panose="02020603050405020304"/>
              </a:rPr>
              <a:t>m</a:t>
            </a:r>
            <a:endParaRPr lang="en-US" sz="9000" dirty="0">
              <a:latin typeface="Times New Roman" pitchFamily="18" charset="0"/>
              <a:cs typeface="Times New Roman" pitchFamily="18" charset="0"/>
            </a:endParaRPr>
          </a:p>
        </p:txBody>
      </p:sp>
      <p:sp>
        <p:nvSpPr>
          <p:cNvPr id="34" name="Rectangle: Rounded Corners 33">
            <a:extLst>
              <a:ext uri="{FF2B5EF4-FFF2-40B4-BE49-F238E27FC236}">
                <a16:creationId xmlns:a16="http://schemas.microsoft.com/office/drawing/2014/main" id="{1511EECA-765E-3068-6430-ADE688F42F3C}"/>
              </a:ext>
            </a:extLst>
          </p:cNvPr>
          <p:cNvSpPr/>
          <p:nvPr/>
        </p:nvSpPr>
        <p:spPr>
          <a:xfrm>
            <a:off x="6191672" y="1267972"/>
            <a:ext cx="417646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sz="1900" b="1" dirty="0">
                <a:solidFill>
                  <a:schemeClr val="tx1"/>
                </a:solidFill>
                <a:latin typeface="Times New Roman" pitchFamily="18" charset="0"/>
                <a:cs typeface="Times New Roman" pitchFamily="18" charset="0"/>
              </a:rPr>
              <a:t>Start</a:t>
            </a:r>
          </a:p>
        </p:txBody>
      </p:sp>
      <p:sp>
        <p:nvSpPr>
          <p:cNvPr id="35" name="Rectangle: Rounded Corners 34">
            <a:extLst>
              <a:ext uri="{FF2B5EF4-FFF2-40B4-BE49-F238E27FC236}">
                <a16:creationId xmlns:a16="http://schemas.microsoft.com/office/drawing/2014/main" id="{5208DA2E-7752-DE16-35FC-0A9F7F6F5EB7}"/>
              </a:ext>
            </a:extLst>
          </p:cNvPr>
          <p:cNvSpPr/>
          <p:nvPr/>
        </p:nvSpPr>
        <p:spPr>
          <a:xfrm>
            <a:off x="6189441" y="2335894"/>
            <a:ext cx="417646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sz="1900" b="1" dirty="0">
                <a:solidFill>
                  <a:schemeClr val="tx1"/>
                </a:solidFill>
                <a:latin typeface="Times New Roman" pitchFamily="18" charset="0"/>
                <a:cs typeface="Times New Roman" pitchFamily="18" charset="0"/>
              </a:rPr>
              <a:t>Ultrasonic sensors checks the original</a:t>
            </a:r>
          </a:p>
        </p:txBody>
      </p:sp>
      <p:sp>
        <p:nvSpPr>
          <p:cNvPr id="36" name="Rectangle: Rounded Corners 35">
            <a:extLst>
              <a:ext uri="{FF2B5EF4-FFF2-40B4-BE49-F238E27FC236}">
                <a16:creationId xmlns:a16="http://schemas.microsoft.com/office/drawing/2014/main" id="{81378CBD-7B1C-7C61-14CF-45280E935C4C}"/>
              </a:ext>
            </a:extLst>
          </p:cNvPr>
          <p:cNvSpPr/>
          <p:nvPr/>
        </p:nvSpPr>
        <p:spPr>
          <a:xfrm>
            <a:off x="6189441" y="3408777"/>
            <a:ext cx="417646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sz="1900" b="1" dirty="0">
                <a:solidFill>
                  <a:schemeClr val="tx1"/>
                </a:solidFill>
                <a:latin typeface="Times New Roman" pitchFamily="18" charset="0"/>
                <a:cs typeface="Times New Roman" pitchFamily="18" charset="0"/>
              </a:rPr>
              <a:t>Bin information is then sent to think speak database</a:t>
            </a:r>
          </a:p>
        </p:txBody>
      </p:sp>
      <p:sp>
        <p:nvSpPr>
          <p:cNvPr id="37" name="Rectangle: Rounded Corners 36">
            <a:extLst>
              <a:ext uri="{FF2B5EF4-FFF2-40B4-BE49-F238E27FC236}">
                <a16:creationId xmlns:a16="http://schemas.microsoft.com/office/drawing/2014/main" id="{53EB9896-F685-0B8C-2EBD-1F0E7AFC1F0E}"/>
              </a:ext>
            </a:extLst>
          </p:cNvPr>
          <p:cNvSpPr/>
          <p:nvPr/>
        </p:nvSpPr>
        <p:spPr>
          <a:xfrm>
            <a:off x="6189441" y="4477218"/>
            <a:ext cx="417646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IN" sz="1900" b="1" dirty="0">
                <a:latin typeface="Times New Roman" panose="02020603050405020304" pitchFamily="18" charset="0"/>
                <a:cs typeface="Times New Roman" panose="02020603050405020304" pitchFamily="18" charset="0"/>
              </a:rPr>
              <a:t>Bin information is fetched to the  server</a:t>
            </a:r>
          </a:p>
        </p:txBody>
      </p:sp>
      <p:sp>
        <p:nvSpPr>
          <p:cNvPr id="38" name="Rectangle: Rounded Corners 37">
            <a:extLst>
              <a:ext uri="{FF2B5EF4-FFF2-40B4-BE49-F238E27FC236}">
                <a16:creationId xmlns:a16="http://schemas.microsoft.com/office/drawing/2014/main" id="{15863FBC-DEBC-A581-66C0-A9DED3D27D01}"/>
              </a:ext>
            </a:extLst>
          </p:cNvPr>
          <p:cNvSpPr/>
          <p:nvPr/>
        </p:nvSpPr>
        <p:spPr>
          <a:xfrm>
            <a:off x="6191672" y="7400902"/>
            <a:ext cx="417646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sz="1900" b="1" dirty="0">
                <a:solidFill>
                  <a:schemeClr val="tx1"/>
                </a:solidFill>
                <a:latin typeface="Times New Roman" pitchFamily="18" charset="0"/>
                <a:cs typeface="Times New Roman" pitchFamily="18" charset="0"/>
              </a:rPr>
              <a:t>Create work order and send </a:t>
            </a:r>
            <a:r>
              <a:rPr lang="en-US" sz="1900" b="1" dirty="0" err="1">
                <a:solidFill>
                  <a:schemeClr val="tx1"/>
                </a:solidFill>
                <a:latin typeface="Times New Roman" pitchFamily="18" charset="0"/>
                <a:cs typeface="Times New Roman" pitchFamily="18" charset="0"/>
              </a:rPr>
              <a:t>sms</a:t>
            </a:r>
            <a:r>
              <a:rPr lang="en-US" sz="1900" b="1" dirty="0">
                <a:solidFill>
                  <a:schemeClr val="tx1"/>
                </a:solidFill>
                <a:latin typeface="Times New Roman" pitchFamily="18" charset="0"/>
                <a:cs typeface="Times New Roman" pitchFamily="18" charset="0"/>
              </a:rPr>
              <a:t> alert and routing info to garbage collector</a:t>
            </a:r>
          </a:p>
        </p:txBody>
      </p:sp>
      <p:sp>
        <p:nvSpPr>
          <p:cNvPr id="40" name="Diamond 39">
            <a:extLst>
              <a:ext uri="{FF2B5EF4-FFF2-40B4-BE49-F238E27FC236}">
                <a16:creationId xmlns:a16="http://schemas.microsoft.com/office/drawing/2014/main" id="{023454A0-B0F8-7BEE-924C-BB797D6B8076}"/>
              </a:ext>
            </a:extLst>
          </p:cNvPr>
          <p:cNvSpPr/>
          <p:nvPr/>
        </p:nvSpPr>
        <p:spPr>
          <a:xfrm>
            <a:off x="7161549" y="5551569"/>
            <a:ext cx="2232248" cy="1477328"/>
          </a:xfrm>
          <a:prstGeom prst="diamond">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IN" sz="1900" b="1" dirty="0">
                <a:latin typeface="Times New Roman" panose="02020603050405020304" pitchFamily="18" charset="0"/>
                <a:cs typeface="Times New Roman" panose="02020603050405020304" pitchFamily="18" charset="0"/>
              </a:rPr>
              <a:t>Is garbage level &gt;70%</a:t>
            </a:r>
          </a:p>
        </p:txBody>
      </p:sp>
      <p:sp>
        <p:nvSpPr>
          <p:cNvPr id="41" name="Diamond 40">
            <a:extLst>
              <a:ext uri="{FF2B5EF4-FFF2-40B4-BE49-F238E27FC236}">
                <a16:creationId xmlns:a16="http://schemas.microsoft.com/office/drawing/2014/main" id="{87BB4D31-F0B3-B706-0D71-E6EE2C1B52AE}"/>
              </a:ext>
            </a:extLst>
          </p:cNvPr>
          <p:cNvSpPr/>
          <p:nvPr/>
        </p:nvSpPr>
        <p:spPr>
          <a:xfrm>
            <a:off x="7161549" y="8468824"/>
            <a:ext cx="2232248" cy="1477328"/>
          </a:xfrm>
          <a:prstGeom prst="diamond">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IN" sz="1900" b="1" dirty="0">
                <a:latin typeface="Times New Roman" panose="02020603050405020304" pitchFamily="18" charset="0"/>
                <a:cs typeface="Times New Roman" panose="02020603050405020304" pitchFamily="18" charset="0"/>
              </a:rPr>
              <a:t>Is the bin </a:t>
            </a:r>
            <a:r>
              <a:rPr lang="en-IN" sz="1900" b="1" dirty="0" err="1">
                <a:latin typeface="Times New Roman" panose="02020603050405020304" pitchFamily="18" charset="0"/>
                <a:cs typeface="Times New Roman" panose="02020603050405020304" pitchFamily="18" charset="0"/>
              </a:rPr>
              <a:t>emited</a:t>
            </a:r>
            <a:endParaRPr lang="en-IN" sz="1900" b="1" dirty="0">
              <a:latin typeface="Times New Roman" panose="02020603050405020304" pitchFamily="18" charset="0"/>
              <a:cs typeface="Times New Roman" panose="02020603050405020304" pitchFamily="18" charset="0"/>
            </a:endParaRPr>
          </a:p>
        </p:txBody>
      </p:sp>
      <p:sp>
        <p:nvSpPr>
          <p:cNvPr id="42" name="Rectangle: Rounded Corners 41">
            <a:extLst>
              <a:ext uri="{FF2B5EF4-FFF2-40B4-BE49-F238E27FC236}">
                <a16:creationId xmlns:a16="http://schemas.microsoft.com/office/drawing/2014/main" id="{60225C8C-0815-2B55-6A68-5116B8406D52}"/>
              </a:ext>
            </a:extLst>
          </p:cNvPr>
          <p:cNvSpPr/>
          <p:nvPr/>
        </p:nvSpPr>
        <p:spPr>
          <a:xfrm>
            <a:off x="15201335" y="8853900"/>
            <a:ext cx="279094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IN" sz="1900" b="1" dirty="0">
                <a:latin typeface="Times New Roman" panose="02020603050405020304" pitchFamily="18" charset="0"/>
                <a:cs typeface="Times New Roman" panose="02020603050405020304" pitchFamily="18" charset="0"/>
              </a:rPr>
              <a:t>Stop</a:t>
            </a:r>
            <a:endParaRPr lang="en-IN" sz="1900" dirty="0"/>
          </a:p>
        </p:txBody>
      </p:sp>
      <p:sp>
        <p:nvSpPr>
          <p:cNvPr id="44" name="Rectangle: Rounded Corners 43">
            <a:extLst>
              <a:ext uri="{FF2B5EF4-FFF2-40B4-BE49-F238E27FC236}">
                <a16:creationId xmlns:a16="http://schemas.microsoft.com/office/drawing/2014/main" id="{99411E2B-BE59-8CB6-FE9E-FBF2B4841EBF}"/>
              </a:ext>
            </a:extLst>
          </p:cNvPr>
          <p:cNvSpPr/>
          <p:nvPr/>
        </p:nvSpPr>
        <p:spPr>
          <a:xfrm>
            <a:off x="10915412" y="8853900"/>
            <a:ext cx="279094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IN" sz="1900" b="1" dirty="0">
                <a:latin typeface="Times New Roman" panose="02020603050405020304" pitchFamily="18" charset="0"/>
                <a:cs typeface="Times New Roman" panose="02020603050405020304" pitchFamily="18" charset="0"/>
              </a:rPr>
              <a:t>Clear work order </a:t>
            </a:r>
          </a:p>
        </p:txBody>
      </p:sp>
      <p:sp>
        <p:nvSpPr>
          <p:cNvPr id="45" name="Rectangle: Rounded Corners 44">
            <a:extLst>
              <a:ext uri="{FF2B5EF4-FFF2-40B4-BE49-F238E27FC236}">
                <a16:creationId xmlns:a16="http://schemas.microsoft.com/office/drawing/2014/main" id="{DE17752D-2B67-58E5-8E82-F257B20E2F70}"/>
              </a:ext>
            </a:extLst>
          </p:cNvPr>
          <p:cNvSpPr/>
          <p:nvPr/>
        </p:nvSpPr>
        <p:spPr>
          <a:xfrm>
            <a:off x="2848372" y="8853900"/>
            <a:ext cx="2790944" cy="707176"/>
          </a:xfrm>
          <a:prstGeom prst="roundRect">
            <a:avLst/>
          </a:prstGeom>
          <a:ln w="28575"/>
        </p:spPr>
        <p:style>
          <a:lnRef idx="2">
            <a:schemeClr val="dk1"/>
          </a:lnRef>
          <a:fillRef idx="1">
            <a:schemeClr val="lt1"/>
          </a:fillRef>
          <a:effectRef idx="0">
            <a:schemeClr val="dk1"/>
          </a:effectRef>
          <a:fontRef idx="minor">
            <a:schemeClr val="dk1"/>
          </a:fontRef>
        </p:style>
        <p:txBody>
          <a:bodyPr rtlCol="0" anchor="ctr"/>
          <a:lstStyle/>
          <a:p>
            <a:pPr algn="ctr"/>
            <a:r>
              <a:rPr lang="en-US" sz="1900" b="1">
                <a:solidFill>
                  <a:schemeClr val="tx1"/>
                </a:solidFill>
                <a:latin typeface="Times New Roman" pitchFamily="18" charset="0"/>
                <a:cs typeface="Times New Roman" pitchFamily="18" charset="0"/>
              </a:rPr>
              <a:t>Remind garbage collector</a:t>
            </a:r>
            <a:endParaRPr lang="en-US" sz="1900" b="1" dirty="0">
              <a:solidFill>
                <a:schemeClr val="tx1"/>
              </a:solidFill>
              <a:latin typeface="Times New Roman" pitchFamily="18" charset="0"/>
              <a:cs typeface="Times New Roman" pitchFamily="18" charset="0"/>
            </a:endParaRPr>
          </a:p>
        </p:txBody>
      </p:sp>
      <p:sp>
        <p:nvSpPr>
          <p:cNvPr id="49" name="Arrow: Right 48">
            <a:extLst>
              <a:ext uri="{FF2B5EF4-FFF2-40B4-BE49-F238E27FC236}">
                <a16:creationId xmlns:a16="http://schemas.microsoft.com/office/drawing/2014/main" id="{EA7752F7-35E2-1EE0-4F54-11C37F8A9CDC}"/>
              </a:ext>
            </a:extLst>
          </p:cNvPr>
          <p:cNvSpPr/>
          <p:nvPr/>
        </p:nvSpPr>
        <p:spPr>
          <a:xfrm rot="5400000">
            <a:off x="8118854" y="2025372"/>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0" name="Arrow: Right 49">
            <a:extLst>
              <a:ext uri="{FF2B5EF4-FFF2-40B4-BE49-F238E27FC236}">
                <a16:creationId xmlns:a16="http://schemas.microsoft.com/office/drawing/2014/main" id="{1CADF659-174F-F214-CDCD-367BDF56AB1E}"/>
              </a:ext>
            </a:extLst>
          </p:cNvPr>
          <p:cNvSpPr/>
          <p:nvPr/>
        </p:nvSpPr>
        <p:spPr>
          <a:xfrm rot="5400000">
            <a:off x="8120881" y="3098870"/>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1" name="Arrow: Right 50">
            <a:extLst>
              <a:ext uri="{FF2B5EF4-FFF2-40B4-BE49-F238E27FC236}">
                <a16:creationId xmlns:a16="http://schemas.microsoft.com/office/drawing/2014/main" id="{BB839375-DD5D-68BF-E0FC-660A479A7E97}"/>
              </a:ext>
            </a:extLst>
          </p:cNvPr>
          <p:cNvSpPr/>
          <p:nvPr/>
        </p:nvSpPr>
        <p:spPr>
          <a:xfrm rot="5400000">
            <a:off x="8116623" y="4173441"/>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2" name="Arrow: Right 51">
            <a:extLst>
              <a:ext uri="{FF2B5EF4-FFF2-40B4-BE49-F238E27FC236}">
                <a16:creationId xmlns:a16="http://schemas.microsoft.com/office/drawing/2014/main" id="{831154D0-A518-3AB9-F18A-ACF975F8661B}"/>
              </a:ext>
            </a:extLst>
          </p:cNvPr>
          <p:cNvSpPr/>
          <p:nvPr/>
        </p:nvSpPr>
        <p:spPr>
          <a:xfrm rot="5400000">
            <a:off x="8116623" y="5239635"/>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5" name="Arrow: Right 54">
            <a:extLst>
              <a:ext uri="{FF2B5EF4-FFF2-40B4-BE49-F238E27FC236}">
                <a16:creationId xmlns:a16="http://schemas.microsoft.com/office/drawing/2014/main" id="{864B940D-FA74-B0AB-E7DC-64AA264474B6}"/>
              </a:ext>
            </a:extLst>
          </p:cNvPr>
          <p:cNvSpPr/>
          <p:nvPr/>
        </p:nvSpPr>
        <p:spPr>
          <a:xfrm rot="5400000">
            <a:off x="8116623" y="8155181"/>
            <a:ext cx="322100"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dirty="0"/>
          </a:p>
        </p:txBody>
      </p:sp>
      <p:sp>
        <p:nvSpPr>
          <p:cNvPr id="56" name="Arrow: Right 55">
            <a:extLst>
              <a:ext uri="{FF2B5EF4-FFF2-40B4-BE49-F238E27FC236}">
                <a16:creationId xmlns:a16="http://schemas.microsoft.com/office/drawing/2014/main" id="{E1C9CB78-EAE8-572E-826E-8470AB7A5A85}"/>
              </a:ext>
            </a:extLst>
          </p:cNvPr>
          <p:cNvSpPr/>
          <p:nvPr/>
        </p:nvSpPr>
        <p:spPr>
          <a:xfrm>
            <a:off x="9428454" y="9081488"/>
            <a:ext cx="1459705"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8" name="Arrow: Right 57">
            <a:extLst>
              <a:ext uri="{FF2B5EF4-FFF2-40B4-BE49-F238E27FC236}">
                <a16:creationId xmlns:a16="http://schemas.microsoft.com/office/drawing/2014/main" id="{0F59198B-DC35-FCEF-F5F4-3DFAD910B2A6}"/>
              </a:ext>
            </a:extLst>
          </p:cNvPr>
          <p:cNvSpPr/>
          <p:nvPr/>
        </p:nvSpPr>
        <p:spPr>
          <a:xfrm>
            <a:off x="13723993" y="9081488"/>
            <a:ext cx="1459705"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59" name="Arrow: Right 58">
            <a:extLst>
              <a:ext uri="{FF2B5EF4-FFF2-40B4-BE49-F238E27FC236}">
                <a16:creationId xmlns:a16="http://schemas.microsoft.com/office/drawing/2014/main" id="{49C3C1F5-340B-6E0E-1C40-0688D1D4B2AF}"/>
              </a:ext>
            </a:extLst>
          </p:cNvPr>
          <p:cNvSpPr/>
          <p:nvPr/>
        </p:nvSpPr>
        <p:spPr>
          <a:xfrm rot="10800000">
            <a:off x="5666570" y="9075634"/>
            <a:ext cx="1459705" cy="252000"/>
          </a:xfrm>
          <a:prstGeom prst="rightArrow">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IN"/>
          </a:p>
        </p:txBody>
      </p:sp>
      <p:sp>
        <p:nvSpPr>
          <p:cNvPr id="60" name="TextBox 59">
            <a:extLst>
              <a:ext uri="{FF2B5EF4-FFF2-40B4-BE49-F238E27FC236}">
                <a16:creationId xmlns:a16="http://schemas.microsoft.com/office/drawing/2014/main" id="{F80B37F9-ABDA-75B4-862A-F7A8DBA61BF7}"/>
              </a:ext>
            </a:extLst>
          </p:cNvPr>
          <p:cNvSpPr txBox="1"/>
          <p:nvPr/>
        </p:nvSpPr>
        <p:spPr>
          <a:xfrm>
            <a:off x="6078076" y="8759336"/>
            <a:ext cx="1272264"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NO</a:t>
            </a:r>
          </a:p>
        </p:txBody>
      </p:sp>
      <p:sp>
        <p:nvSpPr>
          <p:cNvPr id="61" name="TextBox 60">
            <a:extLst>
              <a:ext uri="{FF2B5EF4-FFF2-40B4-BE49-F238E27FC236}">
                <a16:creationId xmlns:a16="http://schemas.microsoft.com/office/drawing/2014/main" id="{EA155760-A453-F33C-29A6-A30F9638C5A0}"/>
              </a:ext>
            </a:extLst>
          </p:cNvPr>
          <p:cNvSpPr txBox="1"/>
          <p:nvPr/>
        </p:nvSpPr>
        <p:spPr>
          <a:xfrm>
            <a:off x="9686392" y="8759336"/>
            <a:ext cx="1003130" cy="477054"/>
          </a:xfrm>
          <a:prstGeom prst="rect">
            <a:avLst/>
          </a:prstGeom>
          <a:noFill/>
        </p:spPr>
        <p:txBody>
          <a:bodyPr wrap="square" rtlCol="0">
            <a:spAutoFit/>
          </a:bodyPr>
          <a:lstStyle/>
          <a:p>
            <a:r>
              <a:rPr lang="en-IN" sz="2500" b="1" dirty="0">
                <a:latin typeface="Times New Roman" panose="02020603050405020304" pitchFamily="18" charset="0"/>
                <a:cs typeface="Times New Roman" panose="02020603050405020304" pitchFamily="18" charset="0"/>
              </a:rPr>
              <a:t>YES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object 3"/>
          <p:cNvSpPr txBox="1"/>
          <p:nvPr/>
        </p:nvSpPr>
        <p:spPr>
          <a:xfrm>
            <a:off x="2500266" y="2571732"/>
            <a:ext cx="6000792" cy="5537413"/>
          </a:xfrm>
          <a:prstGeom prst="rect">
            <a:avLst/>
          </a:prstGeom>
        </p:spPr>
        <p:txBody>
          <a:bodyPr vert="horz" wrap="square" lIns="0" tIns="12700" rIns="0" bIns="0" rtlCol="0">
            <a:spAutoFit/>
          </a:bodyPr>
          <a:lstStyle/>
          <a:p>
            <a:pPr marL="584200" marR="5080" indent="-571500">
              <a:lnSpc>
                <a:spcPct val="150000"/>
              </a:lnSpc>
              <a:spcBef>
                <a:spcPts val="100"/>
              </a:spcBef>
            </a:pPr>
            <a:r>
              <a:rPr lang="en-US" sz="4400" b="1" dirty="0">
                <a:latin typeface="Times New Roman" panose="02020603050405020304"/>
                <a:cs typeface="Times New Roman" panose="02020603050405020304"/>
              </a:rPr>
              <a:t>Hardware requirements:</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Arduino</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Ultrasonic/level sensor</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Power supply 5V</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Wi-Fi/GSM</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GPS</a:t>
            </a:r>
          </a:p>
          <a:p>
            <a:pPr marL="12700" marR="5080">
              <a:lnSpc>
                <a:spcPct val="150000"/>
              </a:lnSpc>
              <a:spcBef>
                <a:spcPts val="100"/>
              </a:spcBef>
            </a:pPr>
            <a:endParaRPr lang="en-US" sz="3200" dirty="0">
              <a:latin typeface="Times New Roman" panose="02020603050405020304"/>
              <a:cs typeface="Times New Roman" panose="02020603050405020304"/>
            </a:endParaRPr>
          </a:p>
        </p:txBody>
      </p:sp>
      <p:sp>
        <p:nvSpPr>
          <p:cNvPr id="10" name="object 10"/>
          <p:cNvSpPr txBox="1">
            <a:spLocks noGrp="1"/>
          </p:cNvSpPr>
          <p:nvPr>
            <p:ph type="sldNum" sz="quarter" idx="12"/>
          </p:nvPr>
        </p:nvSpPr>
        <p:spPr>
          <a:xfrm>
            <a:off x="16945973" y="9663052"/>
            <a:ext cx="419100" cy="333425"/>
          </a:xfrm>
          <a:prstGeom prst="rect">
            <a:avLst/>
          </a:prstGeom>
        </p:spPr>
        <p:txBody>
          <a:bodyPr vert="horz" wrap="square" lIns="0" tIns="0" rIns="0" bIns="0" rtlCol="0">
            <a:spAutoFit/>
          </a:bodyPr>
          <a:lstStyle/>
          <a:p>
            <a:pPr marL="38100">
              <a:lnSpc>
                <a:spcPts val="2575"/>
              </a:lnSpc>
            </a:pPr>
            <a:r>
              <a:rPr lang="en-IN" sz="2700" dirty="0">
                <a:solidFill>
                  <a:schemeClr val="tx1"/>
                </a:solidFill>
                <a:latin typeface="Times New Roman" panose="02020603050405020304" pitchFamily="18" charset="0"/>
                <a:cs typeface="Times New Roman" panose="02020603050405020304" pitchFamily="18" charset="0"/>
              </a:rPr>
              <a:t>07</a:t>
            </a:r>
            <a:endParaRPr sz="2700" dirty="0">
              <a:solidFill>
                <a:schemeClr val="tx1"/>
              </a:solidFill>
              <a:latin typeface="Times New Roman" panose="02020603050405020304" pitchFamily="18" charset="0"/>
              <a:cs typeface="Times New Roman" panose="02020603050405020304" pitchFamily="18" charset="0"/>
            </a:endParaRPr>
          </a:p>
        </p:txBody>
      </p:sp>
      <p:sp>
        <p:nvSpPr>
          <p:cNvPr id="7" name="TextBox 6"/>
          <p:cNvSpPr txBox="1"/>
          <p:nvPr/>
        </p:nvSpPr>
        <p:spPr>
          <a:xfrm>
            <a:off x="4214778" y="714344"/>
            <a:ext cx="10405093" cy="1477328"/>
          </a:xfrm>
          <a:prstGeom prst="rect">
            <a:avLst/>
          </a:prstGeom>
          <a:noFill/>
        </p:spPr>
        <p:txBody>
          <a:bodyPr wrap="none" rtlCol="0">
            <a:spAutoFit/>
          </a:bodyPr>
          <a:lstStyle/>
          <a:p>
            <a:pPr algn="ctr"/>
            <a:r>
              <a:rPr lang="en-US" sz="9000" b="1" spc="-40" dirty="0">
                <a:latin typeface="Times New Roman" panose="02020603050405020304"/>
                <a:cs typeface="Times New Roman" panose="02020603050405020304"/>
              </a:rPr>
              <a:t>System	</a:t>
            </a:r>
            <a:r>
              <a:rPr lang="en-US" sz="9000" b="1" spc="-245" dirty="0">
                <a:latin typeface="Times New Roman" panose="02020603050405020304"/>
                <a:cs typeface="Times New Roman" panose="02020603050405020304"/>
              </a:rPr>
              <a:t>Requirements</a:t>
            </a:r>
            <a:endParaRPr lang="en-US" sz="9000" dirty="0">
              <a:latin typeface="Times New Roman" pitchFamily="18" charset="0"/>
              <a:cs typeface="Times New Roman" pitchFamily="18" charset="0"/>
            </a:endParaRPr>
          </a:p>
        </p:txBody>
      </p:sp>
      <p:sp>
        <p:nvSpPr>
          <p:cNvPr id="6" name="object 3"/>
          <p:cNvSpPr txBox="1"/>
          <p:nvPr/>
        </p:nvSpPr>
        <p:spPr>
          <a:xfrm>
            <a:off x="11072826" y="2643170"/>
            <a:ext cx="6000792" cy="4697440"/>
          </a:xfrm>
          <a:prstGeom prst="rect">
            <a:avLst/>
          </a:prstGeom>
        </p:spPr>
        <p:txBody>
          <a:bodyPr vert="horz" wrap="square" lIns="0" tIns="12700" rIns="0" bIns="0" rtlCol="0">
            <a:spAutoFit/>
          </a:bodyPr>
          <a:lstStyle/>
          <a:p>
            <a:pPr marL="584200" marR="5080" indent="-571500">
              <a:lnSpc>
                <a:spcPct val="150000"/>
              </a:lnSpc>
              <a:spcBef>
                <a:spcPts val="100"/>
              </a:spcBef>
            </a:pPr>
            <a:r>
              <a:rPr lang="en-US" sz="4400" b="1" dirty="0">
                <a:latin typeface="Times New Roman" panose="02020603050405020304"/>
                <a:cs typeface="Times New Roman" panose="02020603050405020304"/>
              </a:rPr>
              <a:t>Software requirements:</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Read sensor via MQTT/HTTP</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Cloud/backend</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Routing service</a:t>
            </a:r>
          </a:p>
          <a:p>
            <a:pPr marL="584200" marR="5080" indent="-571500">
              <a:lnSpc>
                <a:spcPct val="150000"/>
              </a:lnSpc>
              <a:spcBef>
                <a:spcPts val="100"/>
              </a:spcBef>
              <a:buFont typeface="Arial" pitchFamily="34" charset="0"/>
              <a:buChar char="•"/>
            </a:pPr>
            <a:r>
              <a:rPr lang="en-US" sz="3200" dirty="0">
                <a:latin typeface="Times New Roman" panose="02020603050405020304"/>
                <a:cs typeface="Times New Roman" panose="02020603050405020304"/>
              </a:rPr>
              <a:t>Notification module</a:t>
            </a:r>
          </a:p>
          <a:p>
            <a:pPr marL="584200" marR="5080" indent="-571500">
              <a:lnSpc>
                <a:spcPct val="150000"/>
              </a:lnSpc>
              <a:spcBef>
                <a:spcPts val="100"/>
              </a:spcBef>
              <a:buFont typeface="Arial" pitchFamily="34" charset="0"/>
              <a:buChar char="•"/>
            </a:pPr>
            <a:endParaRPr lang="en-US" sz="3200" dirty="0">
              <a:latin typeface="Times New Roman" panose="02020603050405020304"/>
              <a:cs typeface="Times New Roman" panose="02020603050405020304"/>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EBAD918-4D2F-B27A-76AD-A5E293DDEAD8}"/>
            </a:ext>
          </a:extLst>
        </p:cNvPr>
        <p:cNvGrpSpPr/>
        <p:nvPr/>
      </p:nvGrpSpPr>
      <p:grpSpPr>
        <a:xfrm>
          <a:off x="0" y="0"/>
          <a:ext cx="0" cy="0"/>
          <a:chOff x="0" y="0"/>
          <a:chExt cx="0" cy="0"/>
        </a:xfrm>
      </p:grpSpPr>
      <p:sp>
        <p:nvSpPr>
          <p:cNvPr id="11" name="object 11">
            <a:extLst>
              <a:ext uri="{FF2B5EF4-FFF2-40B4-BE49-F238E27FC236}">
                <a16:creationId xmlns:a16="http://schemas.microsoft.com/office/drawing/2014/main" id="{DC8CF2A2-8824-EA99-2316-704B9F35223A}"/>
              </a:ext>
            </a:extLst>
          </p:cNvPr>
          <p:cNvSpPr txBox="1">
            <a:spLocks noGrp="1"/>
          </p:cNvSpPr>
          <p:nvPr>
            <p:ph type="sldNum" sz="quarter" idx="12"/>
          </p:nvPr>
        </p:nvSpPr>
        <p:spPr>
          <a:xfrm>
            <a:off x="16945973" y="9659045"/>
            <a:ext cx="419100" cy="341440"/>
          </a:xfrm>
          <a:prstGeom prst="rect">
            <a:avLst/>
          </a:prstGeom>
        </p:spPr>
        <p:txBody>
          <a:bodyPr vert="horz" wrap="square" lIns="0" tIns="0" rIns="0" bIns="0" rtlCol="0">
            <a:spAutoFit/>
          </a:bodyPr>
          <a:lstStyle/>
          <a:p>
            <a:pPr marL="38100">
              <a:lnSpc>
                <a:spcPts val="2575"/>
              </a:lnSpc>
            </a:pPr>
            <a:r>
              <a:rPr sz="2700" dirty="0">
                <a:solidFill>
                  <a:schemeClr val="tx1"/>
                </a:solidFill>
                <a:latin typeface="Times New Roman" panose="02020603050405020304" pitchFamily="18" charset="0"/>
                <a:cs typeface="Times New Roman" panose="02020603050405020304" pitchFamily="18" charset="0"/>
              </a:rPr>
              <a:t>0</a:t>
            </a:r>
            <a:r>
              <a:rPr lang="en-US" sz="2700" dirty="0">
                <a:solidFill>
                  <a:schemeClr val="tx1"/>
                </a:solidFill>
                <a:latin typeface="Times New Roman" panose="02020603050405020304" pitchFamily="18" charset="0"/>
                <a:cs typeface="Times New Roman" panose="02020603050405020304" pitchFamily="18" charset="0"/>
              </a:rPr>
              <a:t>9</a:t>
            </a:r>
            <a:endParaRPr sz="2700" dirty="0">
              <a:solidFill>
                <a:schemeClr val="tx1"/>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90067D2C-94A5-3707-1D60-34B17AC4B0D5}"/>
              </a:ext>
            </a:extLst>
          </p:cNvPr>
          <p:cNvSpPr txBox="1"/>
          <p:nvPr/>
        </p:nvSpPr>
        <p:spPr>
          <a:xfrm>
            <a:off x="1285820" y="2285980"/>
            <a:ext cx="15849600" cy="7017306"/>
          </a:xfrm>
          <a:prstGeom prst="rect">
            <a:avLst/>
          </a:prstGeom>
          <a:noFill/>
        </p:spPr>
        <p:txBody>
          <a:bodyPr wrap="square" rtlCol="0">
            <a:spAutoFit/>
          </a:bodyPr>
          <a:lstStyle/>
          <a:p>
            <a:pPr algn="just"/>
            <a:r>
              <a:rPr lang="en-US" altLang="en-US" sz="5400" dirty="0">
                <a:latin typeface="Times New Roman" panose="02020603050405020304" pitchFamily="18" charset="0"/>
                <a:cs typeface="Times New Roman" panose="02020603050405020304" pitchFamily="18" charset="0"/>
              </a:rPr>
              <a:t>Our smart dustbin idea makes waste management easier and smarter. It helps reduce human effort and keeps the city cleaner. Overflowing bins and litter on the streets can be avoided with this system. It also supports the Swachh Bharat Mission by promoting cleanliness and sanitation. Real time updates ensure garbage is collected on time. Overall, this project is a small step towards a smarter and</a:t>
            </a:r>
            <a:r>
              <a:rPr lang="" altLang="en-US" sz="5400" dirty="0">
                <a:latin typeface="Times New Roman" panose="02020603050405020304" pitchFamily="18" charset="0"/>
                <a:cs typeface="Times New Roman" panose="02020603050405020304" pitchFamily="18" charset="0"/>
              </a:rPr>
              <a:t> </a:t>
            </a:r>
            <a:r>
              <a:rPr lang="en-US" altLang="en-US" sz="5400" dirty="0">
                <a:latin typeface="Times New Roman" panose="02020603050405020304" pitchFamily="18" charset="0"/>
                <a:cs typeface="Times New Roman" panose="02020603050405020304" pitchFamily="18" charset="0"/>
              </a:rPr>
              <a:t>greener</a:t>
            </a:r>
            <a:r>
              <a:rPr lang="" altLang="en-US" sz="5400" dirty="0">
                <a:latin typeface="Times New Roman" panose="02020603050405020304" pitchFamily="18" charset="0"/>
                <a:cs typeface="Times New Roman" panose="02020603050405020304" pitchFamily="18" charset="0"/>
              </a:rPr>
              <a:t> </a:t>
            </a:r>
            <a:r>
              <a:rPr lang="en-US" altLang="en-US" sz="5400" dirty="0">
                <a:latin typeface="Times New Roman" panose="02020603050405020304" pitchFamily="18" charset="0"/>
                <a:cs typeface="Times New Roman" panose="02020603050405020304" pitchFamily="18" charset="0"/>
              </a:rPr>
              <a:t>city.</a:t>
            </a:r>
          </a:p>
          <a:p>
            <a:endParaRPr lang="en-US" dirty="0"/>
          </a:p>
        </p:txBody>
      </p:sp>
      <p:sp>
        <p:nvSpPr>
          <p:cNvPr id="7" name="TextBox 6">
            <a:extLst>
              <a:ext uri="{FF2B5EF4-FFF2-40B4-BE49-F238E27FC236}">
                <a16:creationId xmlns:a16="http://schemas.microsoft.com/office/drawing/2014/main" id="{02ED6C8F-3FB3-E892-A79A-5AFC4AB77AF8}"/>
              </a:ext>
            </a:extLst>
          </p:cNvPr>
          <p:cNvSpPr txBox="1"/>
          <p:nvPr/>
        </p:nvSpPr>
        <p:spPr>
          <a:xfrm>
            <a:off x="4874239" y="643685"/>
            <a:ext cx="8539518" cy="1477328"/>
          </a:xfrm>
          <a:prstGeom prst="rect">
            <a:avLst/>
          </a:prstGeom>
          <a:noFill/>
        </p:spPr>
        <p:txBody>
          <a:bodyPr wrap="none" rtlCol="0">
            <a:spAutoFit/>
          </a:bodyPr>
          <a:lstStyle/>
          <a:p>
            <a:pPr algn="ctr"/>
            <a:r>
              <a:rPr lang="en-US" sz="9000" b="1" spc="415" dirty="0">
                <a:latin typeface="Times New Roman" panose="02020603050405020304"/>
                <a:cs typeface="Times New Roman" panose="02020603050405020304"/>
              </a:rPr>
              <a:t>CONCLUSION</a:t>
            </a:r>
            <a:endParaRPr lang="en-US" sz="9000" dirty="0">
              <a:latin typeface="Times New Roman" pitchFamily="18" charset="0"/>
              <a:cs typeface="Times New Roman" pitchFamily="18" charset="0"/>
            </a:endParaRPr>
          </a:p>
        </p:txBody>
      </p:sp>
    </p:spTree>
    <p:extLst>
      <p:ext uri="{BB962C8B-B14F-4D97-AF65-F5344CB8AC3E}">
        <p14:creationId xmlns:p14="http://schemas.microsoft.com/office/powerpoint/2010/main" val="39807418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20862" y="-185092"/>
            <a:ext cx="5102260" cy="1988345"/>
          </a:xfrm>
        </p:spPr>
        <p:txBody>
          <a:bodyPr>
            <a:normAutofit fontScale="90000"/>
          </a:bodyPr>
          <a:lstStyle/>
          <a:p>
            <a:r>
              <a:rPr lang="en-US" sz="10000" b="1" spc="-165" dirty="0">
                <a:solidFill>
                  <a:prstClr val="black"/>
                </a:solidFill>
                <a:latin typeface="Times New Roman" panose="02020603050405020304"/>
                <a:cs typeface="Times New Roman" panose="02020603050405020304"/>
              </a:rPr>
              <a:t>Reference</a:t>
            </a:r>
            <a:r>
              <a:rPr lang="en-US" spc="-165" dirty="0">
                <a:solidFill>
                  <a:prstClr val="black"/>
                </a:solidFill>
                <a:latin typeface="Times New Roman" panose="02020603050405020304"/>
                <a:cs typeface="Times New Roman" panose="02020603050405020304"/>
              </a:rPr>
              <a:t> </a:t>
            </a:r>
            <a:endParaRPr lang="en-IN" dirty="0"/>
          </a:p>
        </p:txBody>
      </p:sp>
      <p:sp>
        <p:nvSpPr>
          <p:cNvPr id="3" name="Content Placeholder 2"/>
          <p:cNvSpPr>
            <a:spLocks noGrp="1"/>
          </p:cNvSpPr>
          <p:nvPr>
            <p:ph idx="1"/>
          </p:nvPr>
        </p:nvSpPr>
        <p:spPr>
          <a:xfrm>
            <a:off x="431032" y="1183060"/>
            <a:ext cx="17281920" cy="7056783"/>
          </a:xfrm>
        </p:spPr>
        <p:txBody>
          <a:bodyPr>
            <a:normAutofit fontScale="25000" lnSpcReduction="20000"/>
          </a:bodyPr>
          <a:lstStyle/>
          <a:p>
            <a:pPr algn="just"/>
            <a:endParaRPr lang="en-IN" dirty="0"/>
          </a:p>
          <a:p>
            <a:pPr marL="742950" indent="-742950" algn="just">
              <a:lnSpc>
                <a:spcPct val="160000"/>
              </a:lnSpc>
              <a:buFont typeface="+mj-lt"/>
              <a:buAutoNum type="arabicParenR"/>
            </a:pPr>
            <a:r>
              <a:rPr lang="en-US" sz="10000" dirty="0">
                <a:latin typeface="Times New Roman" panose="02020603050405020304" pitchFamily="18" charset="0"/>
                <a:cs typeface="Times New Roman" panose="02020603050405020304" pitchFamily="18" charset="0"/>
              </a:rPr>
              <a:t>A. J. Fathima, R. Raman, S. Om Kumar and J. Omana, "IoT-Based Intelligent System for Garbage Level Monitoring in Smart Cities," 2023 International Conference on IoT, Communication and Automation Technology (ICICAT), Gorakhpur, India, 2023, pp. 1-5,doi: 10.1109/ICICAT57735.2023.10263763.</a:t>
            </a:r>
            <a:endParaRPr lang="en-IN" sz="10000" dirty="0">
              <a:latin typeface="Times New Roman" panose="02020603050405020304" pitchFamily="18" charset="0"/>
              <a:cs typeface="Times New Roman" panose="02020603050405020304" pitchFamily="18" charset="0"/>
            </a:endParaRPr>
          </a:p>
          <a:p>
            <a:pPr marL="742950" indent="-742950" algn="just">
              <a:lnSpc>
                <a:spcPct val="160000"/>
              </a:lnSpc>
              <a:buFont typeface="+mj-lt"/>
              <a:buAutoNum type="arabicParenR"/>
            </a:pPr>
            <a:r>
              <a:rPr lang="en-US" sz="10000" dirty="0">
                <a:latin typeface="Times New Roman" panose="02020603050405020304" pitchFamily="18" charset="0"/>
                <a:cs typeface="Times New Roman" panose="02020603050405020304" pitchFamily="18" charset="0"/>
              </a:rPr>
              <a:t>T. M. N. Vamsi, G. Kalyan Chakravarthi, P. Lanka and B. Divakar, "An IoT Based Smart Garbage Monitoring and Disposal Support System," 2021 5th International Conference on Computing Methodologies and Communication (ICCMC), Erode, India, 2021, pp. 438-442, doi:10.1109/ICCMC51019.2021.9418289.</a:t>
            </a:r>
          </a:p>
          <a:p>
            <a:pPr marL="742950" indent="-742950" algn="just">
              <a:lnSpc>
                <a:spcPct val="160000"/>
              </a:lnSpc>
              <a:buFont typeface="+mj-lt"/>
              <a:buAutoNum type="arabicParenR"/>
            </a:pPr>
            <a:r>
              <a:rPr lang="en-US" sz="10000" dirty="0">
                <a:latin typeface="Times New Roman" panose="02020603050405020304" pitchFamily="18" charset="0"/>
                <a:cs typeface="Times New Roman" panose="02020603050405020304" pitchFamily="18" charset="0"/>
              </a:rPr>
              <a:t>I. </a:t>
            </a:r>
            <a:r>
              <a:rPr lang="en-US" sz="10000" dirty="0" err="1">
                <a:latin typeface="Times New Roman" panose="02020603050405020304" pitchFamily="18" charset="0"/>
                <a:cs typeface="Times New Roman" panose="02020603050405020304" pitchFamily="18" charset="0"/>
              </a:rPr>
              <a:t>Sosunova</a:t>
            </a:r>
            <a:r>
              <a:rPr lang="en-US" sz="10000" dirty="0">
                <a:latin typeface="Times New Roman" panose="02020603050405020304" pitchFamily="18" charset="0"/>
                <a:cs typeface="Times New Roman" panose="02020603050405020304" pitchFamily="18" charset="0"/>
              </a:rPr>
              <a:t> and J. Porras ,” IOT-Enabled Smart Waste Management Systems for Smart Cities : A Systematic Review,” in IEEE Access,vol.10,pp.73326-73363,2022,doi: 10.1109/ACCESS.2022.3188308.</a:t>
            </a:r>
          </a:p>
          <a:p>
            <a:pPr marL="742950" indent="-742950" algn="just">
              <a:lnSpc>
                <a:spcPct val="160000"/>
              </a:lnSpc>
              <a:buFont typeface="+mj-lt"/>
              <a:buAutoNum type="arabicParenR"/>
            </a:pPr>
            <a:r>
              <a:rPr lang="en-US" sz="10000" dirty="0">
                <a:latin typeface="Times New Roman" panose="02020603050405020304" pitchFamily="18" charset="0"/>
                <a:cs typeface="Times New Roman" panose="02020603050405020304" pitchFamily="18" charset="0"/>
              </a:rPr>
              <a:t>M. A. Rahman, S. W. Tan, A. Taufiq </a:t>
            </a:r>
            <a:r>
              <a:rPr lang="en-US" sz="10000" dirty="0" err="1">
                <a:latin typeface="Times New Roman" panose="02020603050405020304" pitchFamily="18" charset="0"/>
                <a:cs typeface="Times New Roman" panose="02020603050405020304" pitchFamily="18" charset="0"/>
              </a:rPr>
              <a:t>Asyhari</a:t>
            </a:r>
            <a:r>
              <a:rPr lang="en-US" sz="10000" dirty="0">
                <a:latin typeface="Times New Roman" panose="02020603050405020304" pitchFamily="18" charset="0"/>
                <a:cs typeface="Times New Roman" panose="02020603050405020304" pitchFamily="18" charset="0"/>
              </a:rPr>
              <a:t>, I. F. Kurniawan, M. J. F. </a:t>
            </a:r>
            <a:r>
              <a:rPr lang="en-US" sz="10000" dirty="0" err="1">
                <a:latin typeface="Times New Roman" panose="02020603050405020304" pitchFamily="18" charset="0"/>
                <a:cs typeface="Times New Roman" panose="02020603050405020304" pitchFamily="18" charset="0"/>
              </a:rPr>
              <a:t>Alenaz</a:t>
            </a:r>
            <a:r>
              <a:rPr lang="en-US" sz="10000" dirty="0">
                <a:latin typeface="Times New Roman" panose="02020603050405020304" pitchFamily="18" charset="0"/>
                <a:cs typeface="Times New Roman" panose="02020603050405020304" pitchFamily="18" charset="0"/>
              </a:rPr>
              <a:t> and M. Uddin, "IoT-Enabled Intelligent Garbage Management System for Smart City: A Fairness Perspective," in IEEE Access, vol. 12, pp. 82693-82705, 2024,doi: 10.1109/ACCESS.2024.3412098.</a:t>
            </a:r>
          </a:p>
          <a:p>
            <a:pPr marL="742950" indent="-742950" algn="just">
              <a:lnSpc>
                <a:spcPct val="160000"/>
              </a:lnSpc>
              <a:buFont typeface="+mj-lt"/>
              <a:buAutoNum type="arabicParenR"/>
            </a:pPr>
            <a:r>
              <a:rPr lang="en-US" sz="10000" dirty="0">
                <a:latin typeface="Times New Roman" panose="02020603050405020304" pitchFamily="18" charset="0"/>
                <a:cs typeface="Times New Roman" panose="02020603050405020304" pitchFamily="18" charset="0"/>
              </a:rPr>
              <a:t>M. Ghahramani, M. Zhou, A. Molter and F. Pilla, "IoT-Based Route Recommendation for an Intelligent Waste Management System," in IEEE Internet of Things Journal, vol. 9, no. 14, pp. 11883-11892, 15 July15, 2022,doi: 10.1109/JIOT.2021.3132126. </a:t>
            </a:r>
            <a:endParaRPr lang="en-IN" sz="10000" dirty="0">
              <a:latin typeface="Times New Roman" panose="02020603050405020304" pitchFamily="18" charset="0"/>
              <a:cs typeface="Times New Roman" panose="02020603050405020304" pitchFamily="18" charset="0"/>
            </a:endParaRPr>
          </a:p>
          <a:p>
            <a:pPr marL="742950" indent="-742950" algn="just">
              <a:buFont typeface="+mj-lt"/>
              <a:buAutoNum type="arabicParenR"/>
            </a:pPr>
            <a:endParaRPr lang="en-IN" sz="10000" dirty="0">
              <a:latin typeface="Times New Roman" panose="02020603050405020304" pitchFamily="18" charset="0"/>
              <a:cs typeface="Times New Roman" panose="02020603050405020304" pitchFamily="18" charset="0"/>
            </a:endParaRPr>
          </a:p>
          <a:p>
            <a:pPr marL="742950" indent="-742950" algn="just">
              <a:buFont typeface="+mj-lt"/>
              <a:buAutoNum type="arabicParenR"/>
            </a:pPr>
            <a:endParaRPr lang="en-IN" sz="3000" dirty="0">
              <a:latin typeface="Times New Roman" panose="02020603050405020304" pitchFamily="18" charset="0"/>
              <a:cs typeface="Times New Roman" panose="02020603050405020304" pitchFamily="18" charset="0"/>
            </a:endParaRPr>
          </a:p>
          <a:p>
            <a:pPr marL="742950" indent="-742950" algn="just">
              <a:buFont typeface="+mj-lt"/>
              <a:buAutoNum type="arabicParenR"/>
            </a:pPr>
            <a:endParaRPr lang="en-IN" sz="3000" dirty="0"/>
          </a:p>
          <a:p>
            <a:pPr marL="742950" indent="-742950" algn="just">
              <a:buFont typeface="+mj-lt"/>
              <a:buAutoNum type="arabicParenR"/>
            </a:pPr>
            <a:endParaRPr lang="en-IN" dirty="0"/>
          </a:p>
        </p:txBody>
      </p:sp>
      <p:sp>
        <p:nvSpPr>
          <p:cNvPr id="4" name="TextBox 3">
            <a:extLst>
              <a:ext uri="{FF2B5EF4-FFF2-40B4-BE49-F238E27FC236}">
                <a16:creationId xmlns:a16="http://schemas.microsoft.com/office/drawing/2014/main" id="{145D6DFF-A819-E142-B3CC-D73E98E946F5}"/>
              </a:ext>
            </a:extLst>
          </p:cNvPr>
          <p:cNvSpPr txBox="1"/>
          <p:nvPr/>
        </p:nvSpPr>
        <p:spPr>
          <a:xfrm>
            <a:off x="16848856" y="9535988"/>
            <a:ext cx="864096" cy="523220"/>
          </a:xfrm>
          <a:prstGeom prst="rect">
            <a:avLst/>
          </a:prstGeom>
          <a:noFill/>
        </p:spPr>
        <p:txBody>
          <a:bodyPr wrap="square" rtlCol="0">
            <a:spAutoFit/>
          </a:bodyPr>
          <a:lstStyle/>
          <a:p>
            <a:r>
              <a:rPr lang="en-IN" sz="2800" dirty="0">
                <a:latin typeface="Times New Roman" panose="02020603050405020304" pitchFamily="18" charset="0"/>
                <a:cs typeface="Times New Roman" panose="02020603050405020304" pitchFamily="18" charset="0"/>
              </a:rPr>
              <a:t>08</a:t>
            </a:r>
          </a:p>
        </p:txBody>
      </p:sp>
    </p:spTree>
    <p:extLst>
      <p:ext uri="{BB962C8B-B14F-4D97-AF65-F5344CB8AC3E}">
        <p14:creationId xmlns:p14="http://schemas.microsoft.com/office/powerpoint/2010/main" val="2927940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 name="TextBox 2"/>
          <p:cNvSpPr txBox="1"/>
          <p:nvPr/>
        </p:nvSpPr>
        <p:spPr>
          <a:xfrm>
            <a:off x="3182688" y="3943171"/>
            <a:ext cx="11922624" cy="2400657"/>
          </a:xfrm>
          <a:prstGeom prst="rect">
            <a:avLst/>
          </a:prstGeom>
          <a:noFill/>
        </p:spPr>
        <p:txBody>
          <a:bodyPr wrap="none" rtlCol="0">
            <a:spAutoFit/>
          </a:bodyPr>
          <a:lstStyle/>
          <a:p>
            <a:pPr algn="ctr"/>
            <a:r>
              <a:rPr lang="en-US" sz="15000" b="1" dirty="0">
                <a:latin typeface="Times New Roman" pitchFamily="18" charset="0"/>
                <a:cs typeface="Times New Roman" pitchFamily="18" charset="0"/>
              </a:rPr>
              <a:t>THANK YOU</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2366</TotalTime>
  <Words>963</Words>
  <Application>Microsoft Office PowerPoint</Application>
  <PresentationFormat>Custom</PresentationFormat>
  <Paragraphs>108</Paragraphs>
  <Slides>12</Slides>
  <Notes>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12</vt:i4>
      </vt:variant>
    </vt:vector>
  </HeadingPairs>
  <TitlesOfParts>
    <vt:vector size="17" baseType="lpstr">
      <vt:lpstr>Arial</vt:lpstr>
      <vt:lpstr>Calibri</vt:lpstr>
      <vt:lpstr>Calibri Light</vt:lpstr>
      <vt:lpstr>Times New Roman</vt:lpstr>
      <vt:lpstr>Office Theme</vt:lpstr>
      <vt:lpstr>PowerPoint Presentation</vt:lpstr>
      <vt:lpstr>PowerPoint Presentation</vt:lpstr>
      <vt:lpstr>PowerPoint Presentation</vt:lpstr>
      <vt:lpstr>PowerPoint Presentation</vt:lpstr>
      <vt:lpstr>Problem Statement </vt:lpstr>
      <vt:lpstr>PowerPoint Presentation</vt:lpstr>
      <vt:lpstr>PowerPoint Presentation</vt:lpstr>
      <vt:lpstr>PowerPoint Presentation</vt:lpstr>
      <vt:lpstr>PowerPoint Presentation</vt:lpstr>
      <vt:lpstr>PowerPoint Presentation</vt:lpstr>
      <vt:lpstr>Reference </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Doorbell presentation 1.pdf_20231204_172255_0000.pdf</dc:title>
  <dc:creator>Shashanth Shettigar</dc:creator>
  <cp:keywords>DAF2BlM9diQ,BAFXhnxRbv0</cp:keywords>
  <cp:lastModifiedBy>saniyanaz695@outlook.com</cp:lastModifiedBy>
  <cp:revision>83</cp:revision>
  <dcterms:created xsi:type="dcterms:W3CDTF">2023-12-08T13:49:28Z</dcterms:created>
  <dcterms:modified xsi:type="dcterms:W3CDTF">2025-09-12T13:59:29Z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reated">
    <vt:filetime>2023-12-04T16:00:00Z</vt:filetime>
  </property>
  <property fmtid="{D5CDD505-2E9C-101B-9397-08002B2CF9AE}" pid="3" name="Creator">
    <vt:lpwstr>Canva</vt:lpwstr>
  </property>
  <property fmtid="{D5CDD505-2E9C-101B-9397-08002B2CF9AE}" pid="4" name="LastSaved">
    <vt:filetime>2023-12-06T16:00:00Z</vt:filetime>
  </property>
  <property fmtid="{D5CDD505-2E9C-101B-9397-08002B2CF9AE}" pid="5" name="KSOProductBuildVer">
    <vt:lpwstr>1033-5.4.4.8063</vt:lpwstr>
  </property>
</Properties>
</file>